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7" r:id="rId4"/>
    <p:sldId id="268" r:id="rId5"/>
    <p:sldId id="271" r:id="rId6"/>
    <p:sldId id="272" r:id="rId7"/>
    <p:sldId id="273" r:id="rId8"/>
    <p:sldId id="274" r:id="rId9"/>
    <p:sldId id="275" r:id="rId10"/>
    <p:sldId id="269" r:id="rId11"/>
    <p:sldId id="258" r:id="rId12"/>
    <p:sldId id="266" r:id="rId13"/>
    <p:sldId id="277" r:id="rId14"/>
    <p:sldId id="270" r:id="rId15"/>
    <p:sldId id="276" r:id="rId16"/>
    <p:sldId id="282" r:id="rId17"/>
    <p:sldId id="283" r:id="rId18"/>
    <p:sldId id="278" r:id="rId19"/>
    <p:sldId id="281" r:id="rId20"/>
    <p:sldId id="279" r:id="rId21"/>
  </p:sldIdLst>
  <p:sldSz cx="18288000" cy="10287000"/>
  <p:notesSz cx="6858000" cy="9144000"/>
  <p:embeddedFontLst>
    <p:embeddedFont>
      <p:font typeface="Arial Black" panose="020B0A04020102020204" pitchFamily="34" charset="0"/>
      <p:bold r:id="rId22"/>
    </p:embeddedFont>
    <p:embeddedFont>
      <p:font typeface="Gordita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118" autoAdjust="0"/>
  </p:normalViewPr>
  <p:slideViewPr>
    <p:cSldViewPr>
      <p:cViewPr varScale="1">
        <p:scale>
          <a:sx n="50" d="100"/>
          <a:sy n="50" d="100"/>
        </p:scale>
        <p:origin x="1243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96799" y="-1039301"/>
            <a:ext cx="7149789" cy="2507620"/>
            <a:chOff x="0" y="0"/>
            <a:chExt cx="1536331" cy="698500"/>
          </a:xfrm>
        </p:grpSpPr>
        <p:sp>
          <p:nvSpPr>
            <p:cNvPr id="3" name="Freeform 3"/>
            <p:cNvSpPr/>
            <p:nvPr/>
          </p:nvSpPr>
          <p:spPr>
            <a:xfrm>
              <a:off x="4585" y="0"/>
              <a:ext cx="1527161" cy="698500"/>
            </a:xfrm>
            <a:custGeom>
              <a:avLst/>
              <a:gdLst/>
              <a:ahLst/>
              <a:cxnLst/>
              <a:rect l="l" t="t" r="r" b="b"/>
              <a:pathLst>
                <a:path w="1527161" h="698500">
                  <a:moveTo>
                    <a:pt x="1519739" y="369887"/>
                  </a:moveTo>
                  <a:lnTo>
                    <a:pt x="1340552" y="677863"/>
                  </a:lnTo>
                  <a:cubicBezTo>
                    <a:pt x="1333119" y="690640"/>
                    <a:pt x="1319452" y="698500"/>
                    <a:pt x="1304670" y="698500"/>
                  </a:cubicBezTo>
                  <a:lnTo>
                    <a:pt x="222490" y="698500"/>
                  </a:lnTo>
                  <a:cubicBezTo>
                    <a:pt x="207709" y="698500"/>
                    <a:pt x="194042" y="690640"/>
                    <a:pt x="186608" y="677863"/>
                  </a:cubicBezTo>
                  <a:lnTo>
                    <a:pt x="7422" y="369887"/>
                  </a:lnTo>
                  <a:cubicBezTo>
                    <a:pt x="0" y="357130"/>
                    <a:pt x="0" y="341370"/>
                    <a:pt x="7422" y="328613"/>
                  </a:cubicBezTo>
                  <a:lnTo>
                    <a:pt x="186608" y="20637"/>
                  </a:lnTo>
                  <a:cubicBezTo>
                    <a:pt x="194042" y="7860"/>
                    <a:pt x="207709" y="0"/>
                    <a:pt x="222490" y="0"/>
                  </a:cubicBezTo>
                  <a:lnTo>
                    <a:pt x="1304670" y="0"/>
                  </a:lnTo>
                  <a:cubicBezTo>
                    <a:pt x="1319452" y="0"/>
                    <a:pt x="1333119" y="7860"/>
                    <a:pt x="1340552" y="20637"/>
                  </a:cubicBezTo>
                  <a:lnTo>
                    <a:pt x="1519739" y="328613"/>
                  </a:lnTo>
                  <a:cubicBezTo>
                    <a:pt x="1527161" y="341370"/>
                    <a:pt x="1527161" y="357130"/>
                    <a:pt x="1519739" y="369887"/>
                  </a:cubicBezTo>
                  <a:close/>
                </a:path>
              </a:pathLst>
            </a:custGeom>
            <a:solidFill>
              <a:srgbClr val="EDF0E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14300" y="-38100"/>
              <a:ext cx="1307731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7293430" y="1885018"/>
            <a:ext cx="14182189" cy="7460983"/>
            <a:chOff x="0" y="0"/>
            <a:chExt cx="1336568" cy="698500"/>
          </a:xfrm>
        </p:grpSpPr>
        <p:sp>
          <p:nvSpPr>
            <p:cNvPr id="6" name="Freeform 6"/>
            <p:cNvSpPr/>
            <p:nvPr/>
          </p:nvSpPr>
          <p:spPr>
            <a:xfrm>
              <a:off x="2604" y="0"/>
              <a:ext cx="1331360" cy="698500"/>
            </a:xfrm>
            <a:custGeom>
              <a:avLst/>
              <a:gdLst/>
              <a:ahLst/>
              <a:cxnLst/>
              <a:rect l="l" t="t" r="r" b="b"/>
              <a:pathLst>
                <a:path w="1331360" h="698500">
                  <a:moveTo>
                    <a:pt x="1327145" y="360971"/>
                  </a:moveTo>
                  <a:lnTo>
                    <a:pt x="1137584" y="686779"/>
                  </a:lnTo>
                  <a:cubicBezTo>
                    <a:pt x="1133362" y="694036"/>
                    <a:pt x="1125599" y="698500"/>
                    <a:pt x="1117204" y="698500"/>
                  </a:cubicBezTo>
                  <a:lnTo>
                    <a:pt x="214157" y="698500"/>
                  </a:lnTo>
                  <a:cubicBezTo>
                    <a:pt x="205761" y="698500"/>
                    <a:pt x="197999" y="694036"/>
                    <a:pt x="193776" y="686779"/>
                  </a:cubicBezTo>
                  <a:lnTo>
                    <a:pt x="4216" y="360971"/>
                  </a:lnTo>
                  <a:cubicBezTo>
                    <a:pt x="0" y="353726"/>
                    <a:pt x="0" y="344774"/>
                    <a:pt x="4216" y="337529"/>
                  </a:cubicBezTo>
                  <a:lnTo>
                    <a:pt x="193776" y="11721"/>
                  </a:lnTo>
                  <a:cubicBezTo>
                    <a:pt x="197999" y="4464"/>
                    <a:pt x="205761" y="0"/>
                    <a:pt x="214157" y="0"/>
                  </a:cubicBezTo>
                  <a:lnTo>
                    <a:pt x="1117204" y="0"/>
                  </a:lnTo>
                  <a:cubicBezTo>
                    <a:pt x="1125599" y="0"/>
                    <a:pt x="1133362" y="4464"/>
                    <a:pt x="1137584" y="11721"/>
                  </a:cubicBezTo>
                  <a:lnTo>
                    <a:pt x="1327145" y="337529"/>
                  </a:lnTo>
                  <a:cubicBezTo>
                    <a:pt x="1331360" y="344774"/>
                    <a:pt x="1331360" y="353726"/>
                    <a:pt x="1327145" y="360971"/>
                  </a:cubicBezTo>
                  <a:close/>
                </a:path>
              </a:pathLst>
            </a:custGeom>
            <a:solidFill>
              <a:srgbClr val="EDF0E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14300" y="-38100"/>
              <a:ext cx="1107968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4100489" y="6210300"/>
            <a:ext cx="10124109" cy="4076700"/>
            <a:chOff x="0" y="0"/>
            <a:chExt cx="775664" cy="34621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75664" cy="346215"/>
            </a:xfrm>
            <a:custGeom>
              <a:avLst/>
              <a:gdLst/>
              <a:ahLst/>
              <a:cxnLst/>
              <a:rect l="l" t="t" r="r" b="b"/>
              <a:pathLst>
                <a:path w="775664" h="346215">
                  <a:moveTo>
                    <a:pt x="572464" y="0"/>
                  </a:moveTo>
                  <a:lnTo>
                    <a:pt x="0" y="0"/>
                  </a:lnTo>
                  <a:lnTo>
                    <a:pt x="203200" y="346215"/>
                  </a:lnTo>
                  <a:lnTo>
                    <a:pt x="775664" y="346215"/>
                  </a:lnTo>
                  <a:lnTo>
                    <a:pt x="572464" y="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572464" cy="384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2875539" y="-949742"/>
            <a:ext cx="9356091" cy="8145965"/>
            <a:chOff x="0" y="0"/>
            <a:chExt cx="812800" cy="698500"/>
          </a:xfrm>
        </p:grpSpPr>
        <p:sp>
          <p:nvSpPr>
            <p:cNvPr id="12" name="Freeform 12"/>
            <p:cNvSpPr/>
            <p:nvPr/>
          </p:nvSpPr>
          <p:spPr>
            <a:xfrm>
              <a:off x="3771" y="0"/>
              <a:ext cx="805257" cy="698500"/>
            </a:xfrm>
            <a:custGeom>
              <a:avLst/>
              <a:gdLst/>
              <a:ahLst/>
              <a:cxnLst/>
              <a:rect l="l" t="t" r="r" b="b"/>
              <a:pathLst>
                <a:path w="805257" h="698500">
                  <a:moveTo>
                    <a:pt x="799152" y="366226"/>
                  </a:moveTo>
                  <a:lnTo>
                    <a:pt x="615706" y="681524"/>
                  </a:lnTo>
                  <a:cubicBezTo>
                    <a:pt x="609591" y="692034"/>
                    <a:pt x="598348" y="698500"/>
                    <a:pt x="586189" y="698500"/>
                  </a:cubicBezTo>
                  <a:lnTo>
                    <a:pt x="219069" y="698500"/>
                  </a:lnTo>
                  <a:cubicBezTo>
                    <a:pt x="206910" y="698500"/>
                    <a:pt x="195667" y="692034"/>
                    <a:pt x="189552" y="681524"/>
                  </a:cubicBezTo>
                  <a:lnTo>
                    <a:pt x="6106" y="366226"/>
                  </a:lnTo>
                  <a:cubicBezTo>
                    <a:pt x="0" y="355732"/>
                    <a:pt x="0" y="342768"/>
                    <a:pt x="6106" y="332274"/>
                  </a:cubicBezTo>
                  <a:lnTo>
                    <a:pt x="189552" y="16976"/>
                  </a:lnTo>
                  <a:cubicBezTo>
                    <a:pt x="195667" y="6466"/>
                    <a:pt x="206910" y="0"/>
                    <a:pt x="219069" y="0"/>
                  </a:cubicBezTo>
                  <a:lnTo>
                    <a:pt x="586189" y="0"/>
                  </a:lnTo>
                  <a:cubicBezTo>
                    <a:pt x="598348" y="0"/>
                    <a:pt x="609591" y="6466"/>
                    <a:pt x="615706" y="16976"/>
                  </a:cubicBezTo>
                  <a:lnTo>
                    <a:pt x="799152" y="332274"/>
                  </a:lnTo>
                  <a:cubicBezTo>
                    <a:pt x="805258" y="342768"/>
                    <a:pt x="805258" y="355732"/>
                    <a:pt x="799152" y="366226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613372" y="9444179"/>
            <a:ext cx="11483222" cy="1697330"/>
            <a:chOff x="0" y="0"/>
            <a:chExt cx="4093849" cy="698500"/>
          </a:xfrm>
        </p:grpSpPr>
        <p:sp>
          <p:nvSpPr>
            <p:cNvPr id="17" name="Freeform 17"/>
            <p:cNvSpPr/>
            <p:nvPr/>
          </p:nvSpPr>
          <p:spPr>
            <a:xfrm>
              <a:off x="3020" y="0"/>
              <a:ext cx="4087809" cy="698500"/>
            </a:xfrm>
            <a:custGeom>
              <a:avLst/>
              <a:gdLst/>
              <a:ahLst/>
              <a:cxnLst/>
              <a:rect l="l" t="t" r="r" b="b"/>
              <a:pathLst>
                <a:path w="4087809" h="698500">
                  <a:moveTo>
                    <a:pt x="4082920" y="362844"/>
                  </a:moveTo>
                  <a:lnTo>
                    <a:pt x="3895537" y="684906"/>
                  </a:lnTo>
                  <a:cubicBezTo>
                    <a:pt x="3890641" y="693323"/>
                    <a:pt x="3881639" y="698500"/>
                    <a:pt x="3871902" y="698500"/>
                  </a:cubicBezTo>
                  <a:lnTo>
                    <a:pt x="215907" y="698500"/>
                  </a:lnTo>
                  <a:cubicBezTo>
                    <a:pt x="206170" y="698500"/>
                    <a:pt x="197168" y="693323"/>
                    <a:pt x="192271" y="684906"/>
                  </a:cubicBezTo>
                  <a:lnTo>
                    <a:pt x="4889" y="362844"/>
                  </a:lnTo>
                  <a:cubicBezTo>
                    <a:pt x="0" y="354441"/>
                    <a:pt x="0" y="344059"/>
                    <a:pt x="4889" y="335656"/>
                  </a:cubicBezTo>
                  <a:lnTo>
                    <a:pt x="192271" y="13594"/>
                  </a:lnTo>
                  <a:cubicBezTo>
                    <a:pt x="197168" y="5178"/>
                    <a:pt x="206170" y="0"/>
                    <a:pt x="215907" y="0"/>
                  </a:cubicBezTo>
                  <a:lnTo>
                    <a:pt x="3871902" y="0"/>
                  </a:lnTo>
                  <a:cubicBezTo>
                    <a:pt x="3881639" y="0"/>
                    <a:pt x="3890641" y="5178"/>
                    <a:pt x="3895537" y="13594"/>
                  </a:cubicBezTo>
                  <a:lnTo>
                    <a:pt x="4082920" y="335656"/>
                  </a:lnTo>
                  <a:cubicBezTo>
                    <a:pt x="4087809" y="344059"/>
                    <a:pt x="4087809" y="354441"/>
                    <a:pt x="4082920" y="362844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14300" y="-38100"/>
              <a:ext cx="3865249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941778" y="9831296"/>
            <a:ext cx="13346222" cy="455704"/>
            <a:chOff x="0" y="0"/>
            <a:chExt cx="704943" cy="2407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04943" cy="24070"/>
            </a:xfrm>
            <a:custGeom>
              <a:avLst/>
              <a:gdLst/>
              <a:ahLst/>
              <a:cxnLst/>
              <a:rect l="l" t="t" r="r" b="b"/>
              <a:pathLst>
                <a:path w="704943" h="24070">
                  <a:moveTo>
                    <a:pt x="0" y="0"/>
                  </a:moveTo>
                  <a:lnTo>
                    <a:pt x="704943" y="0"/>
                  </a:lnTo>
                  <a:lnTo>
                    <a:pt x="704943" y="24070"/>
                  </a:lnTo>
                  <a:lnTo>
                    <a:pt x="0" y="24070"/>
                  </a:lnTo>
                  <a:close/>
                </a:path>
              </a:pathLst>
            </a:custGeom>
            <a:solidFill>
              <a:srgbClr val="05697B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704943" cy="621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59475" y="-1337560"/>
            <a:ext cx="14537840" cy="2017154"/>
            <a:chOff x="0" y="0"/>
            <a:chExt cx="4211153" cy="698500"/>
          </a:xfrm>
        </p:grpSpPr>
        <p:sp>
          <p:nvSpPr>
            <p:cNvPr id="23" name="Freeform 23"/>
            <p:cNvSpPr/>
            <p:nvPr/>
          </p:nvSpPr>
          <p:spPr>
            <a:xfrm>
              <a:off x="2387" y="0"/>
              <a:ext cx="4206380" cy="698500"/>
            </a:xfrm>
            <a:custGeom>
              <a:avLst/>
              <a:gdLst/>
              <a:ahLst/>
              <a:cxnLst/>
              <a:rect l="l" t="t" r="r" b="b"/>
              <a:pathLst>
                <a:path w="4206380" h="698500">
                  <a:moveTo>
                    <a:pt x="4202516" y="359993"/>
                  </a:moveTo>
                  <a:lnTo>
                    <a:pt x="4011817" y="687757"/>
                  </a:lnTo>
                  <a:cubicBezTo>
                    <a:pt x="4007947" y="694408"/>
                    <a:pt x="4000832" y="698500"/>
                    <a:pt x="3993137" y="698500"/>
                  </a:cubicBezTo>
                  <a:lnTo>
                    <a:pt x="213243" y="698500"/>
                  </a:lnTo>
                  <a:cubicBezTo>
                    <a:pt x="205547" y="698500"/>
                    <a:pt x="198432" y="694408"/>
                    <a:pt x="194562" y="687757"/>
                  </a:cubicBezTo>
                  <a:lnTo>
                    <a:pt x="3864" y="359993"/>
                  </a:lnTo>
                  <a:cubicBezTo>
                    <a:pt x="0" y="353352"/>
                    <a:pt x="0" y="345148"/>
                    <a:pt x="3864" y="338507"/>
                  </a:cubicBezTo>
                  <a:lnTo>
                    <a:pt x="194562" y="10743"/>
                  </a:lnTo>
                  <a:cubicBezTo>
                    <a:pt x="198432" y="4092"/>
                    <a:pt x="205547" y="0"/>
                    <a:pt x="213243" y="0"/>
                  </a:cubicBezTo>
                  <a:lnTo>
                    <a:pt x="3993137" y="0"/>
                  </a:lnTo>
                  <a:cubicBezTo>
                    <a:pt x="4000832" y="0"/>
                    <a:pt x="4007947" y="4092"/>
                    <a:pt x="4011817" y="10743"/>
                  </a:cubicBezTo>
                  <a:lnTo>
                    <a:pt x="4202516" y="338507"/>
                  </a:lnTo>
                  <a:cubicBezTo>
                    <a:pt x="4206380" y="345148"/>
                    <a:pt x="4206380" y="353352"/>
                    <a:pt x="4202516" y="359993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114300" y="-38100"/>
              <a:ext cx="398255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6199381" y="455704"/>
            <a:ext cx="895560" cy="223890"/>
          </a:xfrm>
          <a:custGeom>
            <a:avLst/>
            <a:gdLst/>
            <a:ahLst/>
            <a:cxnLst/>
            <a:rect l="l" t="t" r="r" b="b"/>
            <a:pathLst>
              <a:path w="895560" h="223890">
                <a:moveTo>
                  <a:pt x="0" y="0"/>
                </a:moveTo>
                <a:lnTo>
                  <a:pt x="895560" y="0"/>
                </a:lnTo>
                <a:lnTo>
                  <a:pt x="895560" y="223890"/>
                </a:lnTo>
                <a:lnTo>
                  <a:pt x="0" y="22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-2494495" y="8321246"/>
            <a:ext cx="9899835" cy="4708391"/>
            <a:chOff x="0" y="0"/>
            <a:chExt cx="727950" cy="346215"/>
          </a:xfrm>
        </p:grpSpPr>
        <p:sp>
          <p:nvSpPr>
            <p:cNvPr id="28" name="Freeform 28"/>
            <p:cNvSpPr/>
            <p:nvPr/>
          </p:nvSpPr>
          <p:spPr>
            <a:xfrm>
              <a:off x="8469" y="0"/>
              <a:ext cx="711012" cy="346215"/>
            </a:xfrm>
            <a:custGeom>
              <a:avLst/>
              <a:gdLst/>
              <a:ahLst/>
              <a:cxnLst/>
              <a:rect l="l" t="t" r="r" b="b"/>
              <a:pathLst>
                <a:path w="711012" h="346215">
                  <a:moveTo>
                    <a:pt x="495166" y="0"/>
                  </a:moveTo>
                  <a:lnTo>
                    <a:pt x="12646" y="0"/>
                  </a:lnTo>
                  <a:cubicBezTo>
                    <a:pt x="8311" y="0"/>
                    <a:pt x="4308" y="2321"/>
                    <a:pt x="2154" y="6083"/>
                  </a:cubicBezTo>
                  <a:cubicBezTo>
                    <a:pt x="0" y="9844"/>
                    <a:pt x="25" y="14471"/>
                    <a:pt x="2219" y="18210"/>
                  </a:cubicBezTo>
                  <a:lnTo>
                    <a:pt x="184043" y="328005"/>
                  </a:lnTo>
                  <a:cubicBezTo>
                    <a:pt x="190664" y="339286"/>
                    <a:pt x="202765" y="346215"/>
                    <a:pt x="215846" y="346215"/>
                  </a:cubicBezTo>
                  <a:lnTo>
                    <a:pt x="698366" y="346215"/>
                  </a:lnTo>
                  <a:cubicBezTo>
                    <a:pt x="702701" y="346215"/>
                    <a:pt x="706704" y="343894"/>
                    <a:pt x="708858" y="340132"/>
                  </a:cubicBezTo>
                  <a:cubicBezTo>
                    <a:pt x="711012" y="336371"/>
                    <a:pt x="710987" y="331744"/>
                    <a:pt x="708793" y="328005"/>
                  </a:cubicBezTo>
                  <a:lnTo>
                    <a:pt x="526968" y="18210"/>
                  </a:lnTo>
                  <a:cubicBezTo>
                    <a:pt x="520347" y="6929"/>
                    <a:pt x="508246" y="0"/>
                    <a:pt x="495166" y="0"/>
                  </a:cubicBezTo>
                  <a:close/>
                </a:path>
              </a:pathLst>
            </a:custGeom>
            <a:solidFill>
              <a:srgbClr val="05697B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101600" y="-38100"/>
              <a:ext cx="524750" cy="384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01084" y="6537276"/>
            <a:ext cx="3301442" cy="2837177"/>
            <a:chOff x="0" y="0"/>
            <a:chExt cx="812800" cy="698500"/>
          </a:xfrm>
        </p:grpSpPr>
        <p:sp>
          <p:nvSpPr>
            <p:cNvPr id="31" name="Freeform 31"/>
            <p:cNvSpPr/>
            <p:nvPr/>
          </p:nvSpPr>
          <p:spPr>
            <a:xfrm>
              <a:off x="11258" y="0"/>
              <a:ext cx="790285" cy="698500"/>
            </a:xfrm>
            <a:custGeom>
              <a:avLst/>
              <a:gdLst/>
              <a:ahLst/>
              <a:cxnLst/>
              <a:rect l="l" t="t" r="r" b="b"/>
              <a:pathLst>
                <a:path w="790285" h="698500">
                  <a:moveTo>
                    <a:pt x="772060" y="399923"/>
                  </a:moveTo>
                  <a:lnTo>
                    <a:pt x="627824" y="647827"/>
                  </a:lnTo>
                  <a:cubicBezTo>
                    <a:pt x="609571" y="679200"/>
                    <a:pt x="576013" y="698500"/>
                    <a:pt x="539717" y="698500"/>
                  </a:cubicBezTo>
                  <a:lnTo>
                    <a:pt x="250567" y="698500"/>
                  </a:lnTo>
                  <a:cubicBezTo>
                    <a:pt x="214271" y="698500"/>
                    <a:pt x="180713" y="679200"/>
                    <a:pt x="162460" y="647827"/>
                  </a:cubicBezTo>
                  <a:lnTo>
                    <a:pt x="18224" y="399923"/>
                  </a:lnTo>
                  <a:cubicBezTo>
                    <a:pt x="0" y="368599"/>
                    <a:pt x="0" y="329901"/>
                    <a:pt x="18224" y="298577"/>
                  </a:cubicBezTo>
                  <a:lnTo>
                    <a:pt x="162460" y="50673"/>
                  </a:lnTo>
                  <a:cubicBezTo>
                    <a:pt x="180713" y="19300"/>
                    <a:pt x="214271" y="0"/>
                    <a:pt x="250567" y="0"/>
                  </a:cubicBezTo>
                  <a:lnTo>
                    <a:pt x="539717" y="0"/>
                  </a:lnTo>
                  <a:cubicBezTo>
                    <a:pt x="576013" y="0"/>
                    <a:pt x="609571" y="19300"/>
                    <a:pt x="627824" y="50673"/>
                  </a:cubicBezTo>
                  <a:lnTo>
                    <a:pt x="772060" y="298577"/>
                  </a:lnTo>
                  <a:cubicBezTo>
                    <a:pt x="790284" y="329901"/>
                    <a:pt x="790284" y="368599"/>
                    <a:pt x="772060" y="399923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-3301442" y="7681518"/>
            <a:ext cx="6602884" cy="5674353"/>
            <a:chOff x="0" y="0"/>
            <a:chExt cx="812800" cy="698500"/>
          </a:xfrm>
        </p:grpSpPr>
        <p:sp>
          <p:nvSpPr>
            <p:cNvPr id="34" name="Freeform 34"/>
            <p:cNvSpPr/>
            <p:nvPr/>
          </p:nvSpPr>
          <p:spPr>
            <a:xfrm>
              <a:off x="5629" y="0"/>
              <a:ext cx="801542" cy="698500"/>
            </a:xfrm>
            <a:custGeom>
              <a:avLst/>
              <a:gdLst/>
              <a:ahLst/>
              <a:cxnLst/>
              <a:rect l="l" t="t" r="r" b="b"/>
              <a:pathLst>
                <a:path w="801542" h="698500">
                  <a:moveTo>
                    <a:pt x="792430" y="374586"/>
                  </a:moveTo>
                  <a:lnTo>
                    <a:pt x="618712" y="673164"/>
                  </a:lnTo>
                  <a:cubicBezTo>
                    <a:pt x="609586" y="688850"/>
                    <a:pt x="592806" y="698500"/>
                    <a:pt x="574658" y="698500"/>
                  </a:cubicBezTo>
                  <a:lnTo>
                    <a:pt x="226884" y="698500"/>
                  </a:lnTo>
                  <a:cubicBezTo>
                    <a:pt x="208736" y="698500"/>
                    <a:pt x="191956" y="688850"/>
                    <a:pt x="182830" y="673164"/>
                  </a:cubicBezTo>
                  <a:lnTo>
                    <a:pt x="9112" y="374586"/>
                  </a:lnTo>
                  <a:cubicBezTo>
                    <a:pt x="0" y="358924"/>
                    <a:pt x="0" y="339576"/>
                    <a:pt x="9112" y="323914"/>
                  </a:cubicBezTo>
                  <a:lnTo>
                    <a:pt x="182830" y="25336"/>
                  </a:lnTo>
                  <a:cubicBezTo>
                    <a:pt x="191956" y="9650"/>
                    <a:pt x="208736" y="0"/>
                    <a:pt x="226884" y="0"/>
                  </a:cubicBezTo>
                  <a:lnTo>
                    <a:pt x="574658" y="0"/>
                  </a:lnTo>
                  <a:cubicBezTo>
                    <a:pt x="592806" y="0"/>
                    <a:pt x="609586" y="9650"/>
                    <a:pt x="618712" y="25336"/>
                  </a:cubicBezTo>
                  <a:lnTo>
                    <a:pt x="792430" y="323914"/>
                  </a:lnTo>
                  <a:cubicBezTo>
                    <a:pt x="801542" y="339576"/>
                    <a:pt x="801542" y="358924"/>
                    <a:pt x="792430" y="374586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FBFCFB92-3899-80D1-589A-FDBDC3B36207}"/>
              </a:ext>
            </a:extLst>
          </p:cNvPr>
          <p:cNvSpPr txBox="1"/>
          <p:nvPr/>
        </p:nvSpPr>
        <p:spPr>
          <a:xfrm>
            <a:off x="6890481" y="1489609"/>
            <a:ext cx="1137268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Conveyor Belt with Automated Storage and Retrieval System (ASRS) with Fault Detection</a:t>
            </a:r>
          </a:p>
        </p:txBody>
      </p:sp>
      <p:sp>
        <p:nvSpPr>
          <p:cNvPr id="15" name="Freeform 15"/>
          <p:cNvSpPr/>
          <p:nvPr/>
        </p:nvSpPr>
        <p:spPr>
          <a:xfrm>
            <a:off x="-2463275" y="-748256"/>
            <a:ext cx="8701413" cy="7556371"/>
          </a:xfrm>
          <a:custGeom>
            <a:avLst/>
            <a:gdLst/>
            <a:ahLst/>
            <a:cxnLst/>
            <a:rect l="l" t="t" r="r" b="b"/>
            <a:pathLst>
              <a:path w="804346" h="698500">
                <a:moveTo>
                  <a:pt x="797503" y="368276"/>
                </a:moveTo>
                <a:lnTo>
                  <a:pt x="616443" y="679474"/>
                </a:lnTo>
                <a:cubicBezTo>
                  <a:pt x="609589" y="691253"/>
                  <a:pt x="596989" y="698500"/>
                  <a:pt x="583361" y="698500"/>
                </a:cubicBezTo>
                <a:lnTo>
                  <a:pt x="220985" y="698500"/>
                </a:lnTo>
                <a:cubicBezTo>
                  <a:pt x="207357" y="698500"/>
                  <a:pt x="194757" y="691253"/>
                  <a:pt x="187903" y="679474"/>
                </a:cubicBezTo>
                <a:lnTo>
                  <a:pt x="6843" y="368276"/>
                </a:lnTo>
                <a:cubicBezTo>
                  <a:pt x="0" y="356515"/>
                  <a:pt x="0" y="341985"/>
                  <a:pt x="6843" y="330224"/>
                </a:cubicBezTo>
                <a:lnTo>
                  <a:pt x="187903" y="19026"/>
                </a:lnTo>
                <a:cubicBezTo>
                  <a:pt x="194757" y="7247"/>
                  <a:pt x="207357" y="0"/>
                  <a:pt x="220985" y="0"/>
                </a:cubicBezTo>
                <a:lnTo>
                  <a:pt x="583361" y="0"/>
                </a:lnTo>
                <a:cubicBezTo>
                  <a:pt x="596989" y="0"/>
                  <a:pt x="609589" y="7247"/>
                  <a:pt x="616443" y="19026"/>
                </a:cubicBezTo>
                <a:lnTo>
                  <a:pt x="797503" y="330224"/>
                </a:lnTo>
                <a:cubicBezTo>
                  <a:pt x="804346" y="341985"/>
                  <a:pt x="804346" y="356515"/>
                  <a:pt x="797503" y="368276"/>
                </a:cubicBezTo>
                <a:close/>
              </a:path>
            </a:pathLst>
          </a:cu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95250" cap="rnd">
            <a:solidFill>
              <a:srgbClr val="FFFFFF"/>
            </a:solidFill>
            <a:prstDash val="solid"/>
            <a:round/>
          </a:ln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C1E64E-D1B3-6344-CF57-1102CDFC7BC7}"/>
              </a:ext>
            </a:extLst>
          </p:cNvPr>
          <p:cNvSpPr txBox="1"/>
          <p:nvPr/>
        </p:nvSpPr>
        <p:spPr>
          <a:xfrm>
            <a:off x="9621843" y="4131695"/>
            <a:ext cx="32296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D173348-BC1E-6635-6470-C9C7010FFC59}"/>
              </a:ext>
            </a:extLst>
          </p:cNvPr>
          <p:cNvGrpSpPr/>
          <p:nvPr/>
        </p:nvGrpSpPr>
        <p:grpSpPr>
          <a:xfrm>
            <a:off x="8710365" y="5233943"/>
            <a:ext cx="6242574" cy="3777033"/>
            <a:chOff x="9956807" y="4695250"/>
            <a:chExt cx="6242574" cy="3777033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393C7E1-5B9F-85C6-CA71-F444F7B606F1}"/>
                </a:ext>
              </a:extLst>
            </p:cNvPr>
            <p:cNvSpPr txBox="1"/>
            <p:nvPr/>
          </p:nvSpPr>
          <p:spPr>
            <a:xfrm>
              <a:off x="9971696" y="4695250"/>
              <a:ext cx="48768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Punno</a:t>
              </a:r>
              <a:r>
                <a:rPr lang="en-US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Chandra Saha (2005002) </a:t>
              </a:r>
              <a:endParaRPr lang="en-US" sz="2800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E571328-FB12-C719-DB13-A564804DC6BC}"/>
                </a:ext>
              </a:extLst>
            </p:cNvPr>
            <p:cNvSpPr txBox="1"/>
            <p:nvPr/>
          </p:nvSpPr>
          <p:spPr>
            <a:xfrm>
              <a:off x="9956807" y="5412028"/>
              <a:ext cx="435794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Md. </a:t>
              </a:r>
              <a:r>
                <a:rPr lang="en-US" sz="2800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Rafiul</a:t>
              </a:r>
              <a:r>
                <a:rPr lang="en-US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Islam (2005004)</a:t>
              </a:r>
              <a:endParaRPr lang="en-US" sz="28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C976503-B83F-2741-4500-6964E33CB3AE}"/>
                </a:ext>
              </a:extLst>
            </p:cNvPr>
            <p:cNvSpPr txBox="1"/>
            <p:nvPr/>
          </p:nvSpPr>
          <p:spPr>
            <a:xfrm>
              <a:off x="9971696" y="6060861"/>
              <a:ext cx="5573104" cy="5480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Md. Ferdaous Al- Farabe (2005023) 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A8839E7-5984-3BDC-9740-D4F5481AC59C}"/>
                </a:ext>
              </a:extLst>
            </p:cNvPr>
            <p:cNvSpPr txBox="1"/>
            <p:nvPr/>
          </p:nvSpPr>
          <p:spPr>
            <a:xfrm>
              <a:off x="9971696" y="6701542"/>
              <a:ext cx="6227685" cy="17707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2800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Habibur</a:t>
              </a:r>
              <a:r>
                <a:rPr lang="en-US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Rahman </a:t>
              </a:r>
              <a:r>
                <a:rPr lang="en-US" sz="2800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Alamin</a:t>
              </a:r>
              <a:r>
                <a:rPr lang="en-US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(2005025) </a:t>
              </a:r>
            </a:p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2800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Ifte</a:t>
              </a:r>
              <a:r>
                <a:rPr lang="en-US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2800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kharul</a:t>
              </a:r>
              <a:r>
                <a:rPr lang="en-US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Islam Nahid (2005034) </a:t>
              </a:r>
            </a:p>
            <a:p>
              <a:r>
                <a:rPr lang="en-US" sz="2800" dirty="0" err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Rupok</a:t>
              </a:r>
              <a:r>
                <a:rPr lang="en-US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Islam Avi (2005058) </a:t>
              </a:r>
              <a:endParaRPr lang="en-US" sz="2800" dirty="0"/>
            </a:p>
          </p:txBody>
        </p:sp>
      </p:grpSp>
      <p:pic>
        <p:nvPicPr>
          <p:cNvPr id="59" name="Picture 58" descr="A logo with text overlay&#10;&#10;AI-generated content may be incorrect.">
            <a:extLst>
              <a:ext uri="{FF2B5EF4-FFF2-40B4-BE49-F238E27FC236}">
                <a16:creationId xmlns:a16="http://schemas.microsoft.com/office/drawing/2014/main" id="{15E93AF3-8DB0-407B-B51C-AD567151018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5545" y="8147349"/>
            <a:ext cx="840228" cy="10062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arehouse Automation | Automated Conveyor Systems | Dorner">
            <a:extLst>
              <a:ext uri="{FF2B5EF4-FFF2-40B4-BE49-F238E27FC236}">
                <a16:creationId xmlns:a16="http://schemas.microsoft.com/office/drawing/2014/main" id="{6C64C2FE-0741-3A33-C063-D513C8305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7329" y="2246848"/>
            <a:ext cx="7092629" cy="4723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2"/>
          <p:cNvGrpSpPr/>
          <p:nvPr/>
        </p:nvGrpSpPr>
        <p:grpSpPr>
          <a:xfrm>
            <a:off x="6602765" y="9182100"/>
            <a:ext cx="10208755" cy="3066508"/>
            <a:chOff x="0" y="0"/>
            <a:chExt cx="1971842" cy="698500"/>
          </a:xfrm>
        </p:grpSpPr>
        <p:sp>
          <p:nvSpPr>
            <p:cNvPr id="3" name="Freeform 3"/>
            <p:cNvSpPr/>
            <p:nvPr/>
          </p:nvSpPr>
          <p:spPr>
            <a:xfrm>
              <a:off x="3641" y="0"/>
              <a:ext cx="1964561" cy="698500"/>
            </a:xfrm>
            <a:custGeom>
              <a:avLst/>
              <a:gdLst/>
              <a:ahLst/>
              <a:cxnLst/>
              <a:rect l="l" t="t" r="r" b="b"/>
              <a:pathLst>
                <a:path w="1964561" h="698500">
                  <a:moveTo>
                    <a:pt x="1958667" y="365637"/>
                  </a:moveTo>
                  <a:lnTo>
                    <a:pt x="1774536" y="682113"/>
                  </a:lnTo>
                  <a:cubicBezTo>
                    <a:pt x="1768633" y="692258"/>
                    <a:pt x="1757780" y="698500"/>
                    <a:pt x="1746042" y="698500"/>
                  </a:cubicBezTo>
                  <a:lnTo>
                    <a:pt x="218518" y="698500"/>
                  </a:lnTo>
                  <a:cubicBezTo>
                    <a:pt x="206780" y="698500"/>
                    <a:pt x="195928" y="692258"/>
                    <a:pt x="190025" y="682113"/>
                  </a:cubicBezTo>
                  <a:lnTo>
                    <a:pt x="5893" y="365637"/>
                  </a:lnTo>
                  <a:cubicBezTo>
                    <a:pt x="0" y="355507"/>
                    <a:pt x="0" y="342993"/>
                    <a:pt x="5893" y="332863"/>
                  </a:cubicBezTo>
                  <a:lnTo>
                    <a:pt x="190025" y="16387"/>
                  </a:lnTo>
                  <a:cubicBezTo>
                    <a:pt x="195928" y="6242"/>
                    <a:pt x="206780" y="0"/>
                    <a:pt x="218518" y="0"/>
                  </a:cubicBezTo>
                  <a:lnTo>
                    <a:pt x="1746042" y="0"/>
                  </a:lnTo>
                  <a:cubicBezTo>
                    <a:pt x="1757780" y="0"/>
                    <a:pt x="1768633" y="6242"/>
                    <a:pt x="1774536" y="16387"/>
                  </a:cubicBezTo>
                  <a:lnTo>
                    <a:pt x="1958667" y="332863"/>
                  </a:lnTo>
                  <a:cubicBezTo>
                    <a:pt x="1964561" y="342993"/>
                    <a:pt x="1964561" y="355507"/>
                    <a:pt x="1958667" y="365637"/>
                  </a:cubicBezTo>
                  <a:close/>
                </a:path>
              </a:pathLst>
            </a:custGeom>
            <a:solidFill>
              <a:srgbClr val="EDF0E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14300" y="-38100"/>
              <a:ext cx="17432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57812" y="9630116"/>
            <a:ext cx="12456716" cy="2165882"/>
            <a:chOff x="0" y="0"/>
            <a:chExt cx="3159079" cy="698500"/>
          </a:xfrm>
        </p:grpSpPr>
        <p:sp>
          <p:nvSpPr>
            <p:cNvPr id="6" name="Freeform 6"/>
            <p:cNvSpPr/>
            <p:nvPr/>
          </p:nvSpPr>
          <p:spPr>
            <a:xfrm>
              <a:off x="2984" y="0"/>
              <a:ext cx="3153112" cy="698500"/>
            </a:xfrm>
            <a:custGeom>
              <a:avLst/>
              <a:gdLst/>
              <a:ahLst/>
              <a:cxnLst/>
              <a:rect l="l" t="t" r="r" b="b"/>
              <a:pathLst>
                <a:path w="3153112" h="698500">
                  <a:moveTo>
                    <a:pt x="3148281" y="362680"/>
                  </a:moveTo>
                  <a:lnTo>
                    <a:pt x="2960709" y="685070"/>
                  </a:lnTo>
                  <a:cubicBezTo>
                    <a:pt x="2955871" y="693385"/>
                    <a:pt x="2946977" y="698500"/>
                    <a:pt x="2937357" y="698500"/>
                  </a:cubicBezTo>
                  <a:lnTo>
                    <a:pt x="215754" y="698500"/>
                  </a:lnTo>
                  <a:cubicBezTo>
                    <a:pt x="206134" y="698500"/>
                    <a:pt x="197240" y="693385"/>
                    <a:pt x="192402" y="685070"/>
                  </a:cubicBezTo>
                  <a:lnTo>
                    <a:pt x="4830" y="362680"/>
                  </a:lnTo>
                  <a:cubicBezTo>
                    <a:pt x="0" y="354378"/>
                    <a:pt x="0" y="344122"/>
                    <a:pt x="4830" y="335820"/>
                  </a:cubicBezTo>
                  <a:lnTo>
                    <a:pt x="192402" y="13430"/>
                  </a:lnTo>
                  <a:cubicBezTo>
                    <a:pt x="197240" y="5115"/>
                    <a:pt x="206134" y="0"/>
                    <a:pt x="215754" y="0"/>
                  </a:cubicBezTo>
                  <a:lnTo>
                    <a:pt x="2937357" y="0"/>
                  </a:lnTo>
                  <a:cubicBezTo>
                    <a:pt x="2946977" y="0"/>
                    <a:pt x="2955871" y="5115"/>
                    <a:pt x="2960709" y="13430"/>
                  </a:cubicBezTo>
                  <a:lnTo>
                    <a:pt x="3148281" y="335820"/>
                  </a:lnTo>
                  <a:cubicBezTo>
                    <a:pt x="3153111" y="344122"/>
                    <a:pt x="3153111" y="354378"/>
                    <a:pt x="3148281" y="36268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14300" y="-38100"/>
              <a:ext cx="2930479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299131" y="-1210981"/>
            <a:ext cx="4285074" cy="4479362"/>
            <a:chOff x="0" y="0"/>
            <a:chExt cx="668203" cy="698500"/>
          </a:xfrm>
        </p:grpSpPr>
        <p:sp>
          <p:nvSpPr>
            <p:cNvPr id="18" name="Freeform 18"/>
            <p:cNvSpPr/>
            <p:nvPr/>
          </p:nvSpPr>
          <p:spPr>
            <a:xfrm>
              <a:off x="8673" y="0"/>
              <a:ext cx="650857" cy="698500"/>
            </a:xfrm>
            <a:custGeom>
              <a:avLst/>
              <a:gdLst/>
              <a:ahLst/>
              <a:cxnLst/>
              <a:rect l="l" t="t" r="r" b="b"/>
              <a:pathLst>
                <a:path w="650857" h="698500">
                  <a:moveTo>
                    <a:pt x="636816" y="388291"/>
                  </a:moveTo>
                  <a:lnTo>
                    <a:pt x="479045" y="659459"/>
                  </a:lnTo>
                  <a:cubicBezTo>
                    <a:pt x="464982" y="683630"/>
                    <a:pt x="439127" y="698500"/>
                    <a:pt x="411162" y="698500"/>
                  </a:cubicBezTo>
                  <a:lnTo>
                    <a:pt x="239695" y="698500"/>
                  </a:lnTo>
                  <a:cubicBezTo>
                    <a:pt x="211730" y="698500"/>
                    <a:pt x="185875" y="683630"/>
                    <a:pt x="171812" y="659459"/>
                  </a:cubicBezTo>
                  <a:lnTo>
                    <a:pt x="14042" y="388291"/>
                  </a:lnTo>
                  <a:cubicBezTo>
                    <a:pt x="0" y="364157"/>
                    <a:pt x="0" y="334343"/>
                    <a:pt x="14042" y="310209"/>
                  </a:cubicBezTo>
                  <a:lnTo>
                    <a:pt x="171812" y="39041"/>
                  </a:lnTo>
                  <a:cubicBezTo>
                    <a:pt x="185875" y="14870"/>
                    <a:pt x="211730" y="0"/>
                    <a:pt x="239695" y="0"/>
                  </a:cubicBezTo>
                  <a:lnTo>
                    <a:pt x="411162" y="0"/>
                  </a:lnTo>
                  <a:cubicBezTo>
                    <a:pt x="439127" y="0"/>
                    <a:pt x="464982" y="14870"/>
                    <a:pt x="479045" y="39041"/>
                  </a:cubicBezTo>
                  <a:lnTo>
                    <a:pt x="636816" y="310209"/>
                  </a:lnTo>
                  <a:cubicBezTo>
                    <a:pt x="650857" y="334343"/>
                    <a:pt x="650857" y="364157"/>
                    <a:pt x="636816" y="388291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14300" y="-38100"/>
              <a:ext cx="43960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-2543527" y="-2211924"/>
            <a:ext cx="10208755" cy="3488644"/>
            <a:chOff x="0" y="0"/>
            <a:chExt cx="1971842" cy="698500"/>
          </a:xfrm>
        </p:grpSpPr>
        <p:sp>
          <p:nvSpPr>
            <p:cNvPr id="24" name="Freeform 24"/>
            <p:cNvSpPr/>
            <p:nvPr/>
          </p:nvSpPr>
          <p:spPr>
            <a:xfrm>
              <a:off x="3641" y="0"/>
              <a:ext cx="1964561" cy="698500"/>
            </a:xfrm>
            <a:custGeom>
              <a:avLst/>
              <a:gdLst/>
              <a:ahLst/>
              <a:cxnLst/>
              <a:rect l="l" t="t" r="r" b="b"/>
              <a:pathLst>
                <a:path w="1964561" h="698500">
                  <a:moveTo>
                    <a:pt x="1958667" y="365637"/>
                  </a:moveTo>
                  <a:lnTo>
                    <a:pt x="1774536" y="682113"/>
                  </a:lnTo>
                  <a:cubicBezTo>
                    <a:pt x="1768633" y="692258"/>
                    <a:pt x="1757780" y="698500"/>
                    <a:pt x="1746042" y="698500"/>
                  </a:cubicBezTo>
                  <a:lnTo>
                    <a:pt x="218518" y="698500"/>
                  </a:lnTo>
                  <a:cubicBezTo>
                    <a:pt x="206780" y="698500"/>
                    <a:pt x="195928" y="692258"/>
                    <a:pt x="190025" y="682113"/>
                  </a:cubicBezTo>
                  <a:lnTo>
                    <a:pt x="5893" y="365637"/>
                  </a:lnTo>
                  <a:cubicBezTo>
                    <a:pt x="0" y="355507"/>
                    <a:pt x="0" y="342993"/>
                    <a:pt x="5893" y="332863"/>
                  </a:cubicBezTo>
                  <a:lnTo>
                    <a:pt x="190025" y="16387"/>
                  </a:lnTo>
                  <a:cubicBezTo>
                    <a:pt x="195928" y="6242"/>
                    <a:pt x="206780" y="0"/>
                    <a:pt x="218518" y="0"/>
                  </a:cubicBezTo>
                  <a:lnTo>
                    <a:pt x="1746042" y="0"/>
                  </a:lnTo>
                  <a:cubicBezTo>
                    <a:pt x="1757780" y="0"/>
                    <a:pt x="1768633" y="6242"/>
                    <a:pt x="1774536" y="16387"/>
                  </a:cubicBezTo>
                  <a:lnTo>
                    <a:pt x="1958667" y="332863"/>
                  </a:lnTo>
                  <a:cubicBezTo>
                    <a:pt x="1964561" y="342993"/>
                    <a:pt x="1964561" y="355507"/>
                    <a:pt x="1958667" y="365637"/>
                  </a:cubicBezTo>
                  <a:close/>
                </a:path>
              </a:pathLst>
            </a:custGeom>
            <a:solidFill>
              <a:srgbClr val="EDF0E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14300" y="-38100"/>
              <a:ext cx="17432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6114797" y="3769333"/>
            <a:ext cx="5377240" cy="8326942"/>
            <a:chOff x="0" y="0"/>
            <a:chExt cx="451066" cy="698500"/>
          </a:xfrm>
        </p:grpSpPr>
        <p:sp>
          <p:nvSpPr>
            <p:cNvPr id="29" name="Freeform 29"/>
            <p:cNvSpPr/>
            <p:nvPr/>
          </p:nvSpPr>
          <p:spPr>
            <a:xfrm>
              <a:off x="6912" y="0"/>
              <a:ext cx="437243" cy="698500"/>
            </a:xfrm>
            <a:custGeom>
              <a:avLst/>
              <a:gdLst/>
              <a:ahLst/>
              <a:cxnLst/>
              <a:rect l="l" t="t" r="r" b="b"/>
              <a:pathLst>
                <a:path w="437243" h="698500">
                  <a:moveTo>
                    <a:pt x="426053" y="380361"/>
                  </a:moveTo>
                  <a:lnTo>
                    <a:pt x="252185" y="679196"/>
                  </a:lnTo>
                  <a:cubicBezTo>
                    <a:pt x="245232" y="691148"/>
                    <a:pt x="232448" y="698500"/>
                    <a:pt x="218621" y="698500"/>
                  </a:cubicBezTo>
                  <a:lnTo>
                    <a:pt x="218621" y="698500"/>
                  </a:lnTo>
                  <a:cubicBezTo>
                    <a:pt x="204794" y="698500"/>
                    <a:pt x="192010" y="691148"/>
                    <a:pt x="185057" y="679196"/>
                  </a:cubicBezTo>
                  <a:lnTo>
                    <a:pt x="11189" y="380361"/>
                  </a:lnTo>
                  <a:cubicBezTo>
                    <a:pt x="0" y="361130"/>
                    <a:pt x="0" y="337370"/>
                    <a:pt x="11189" y="318139"/>
                  </a:cubicBezTo>
                  <a:lnTo>
                    <a:pt x="185057" y="19304"/>
                  </a:lnTo>
                  <a:cubicBezTo>
                    <a:pt x="192010" y="7352"/>
                    <a:pt x="204794" y="0"/>
                    <a:pt x="218621" y="0"/>
                  </a:cubicBezTo>
                  <a:lnTo>
                    <a:pt x="218621" y="0"/>
                  </a:lnTo>
                  <a:cubicBezTo>
                    <a:pt x="232448" y="0"/>
                    <a:pt x="245232" y="7352"/>
                    <a:pt x="252185" y="19304"/>
                  </a:cubicBezTo>
                  <a:lnTo>
                    <a:pt x="426053" y="318139"/>
                  </a:lnTo>
                  <a:cubicBezTo>
                    <a:pt x="437242" y="337370"/>
                    <a:pt x="437242" y="361130"/>
                    <a:pt x="426053" y="380361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4300" y="-38100"/>
              <a:ext cx="222466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551598" y="416314"/>
            <a:ext cx="4585018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6000" b="1" dirty="0">
              <a:solidFill>
                <a:srgbClr val="000000"/>
              </a:solidFill>
              <a:latin typeface="Gordita Bold"/>
              <a:ea typeface="Gordita Bold"/>
              <a:cs typeface="Gordita Bold"/>
              <a:sym typeface="Gordita Bold"/>
            </a:endParaRPr>
          </a:p>
        </p:txBody>
      </p:sp>
      <p:sp>
        <p:nvSpPr>
          <p:cNvPr id="35" name="Freeform 35"/>
          <p:cNvSpPr/>
          <p:nvPr/>
        </p:nvSpPr>
        <p:spPr>
          <a:xfrm>
            <a:off x="17031166" y="7840127"/>
            <a:ext cx="741417" cy="185354"/>
          </a:xfrm>
          <a:custGeom>
            <a:avLst/>
            <a:gdLst/>
            <a:ahLst/>
            <a:cxnLst/>
            <a:rect l="l" t="t" r="r" b="b"/>
            <a:pathLst>
              <a:path w="741417" h="185354">
                <a:moveTo>
                  <a:pt x="0" y="0"/>
                </a:moveTo>
                <a:lnTo>
                  <a:pt x="741417" y="0"/>
                </a:lnTo>
                <a:lnTo>
                  <a:pt x="741417" y="185354"/>
                </a:lnTo>
                <a:lnTo>
                  <a:pt x="0" y="1853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37" name="Group 37"/>
          <p:cNvGrpSpPr/>
          <p:nvPr/>
        </p:nvGrpSpPr>
        <p:grpSpPr>
          <a:xfrm>
            <a:off x="16220702" y="-2580760"/>
            <a:ext cx="5165430" cy="4745458"/>
            <a:chOff x="0" y="0"/>
            <a:chExt cx="760317" cy="698500"/>
          </a:xfrm>
        </p:grpSpPr>
        <p:sp>
          <p:nvSpPr>
            <p:cNvPr id="38" name="Freeform 38"/>
            <p:cNvSpPr/>
            <p:nvPr/>
          </p:nvSpPr>
          <p:spPr>
            <a:xfrm>
              <a:off x="7195" y="0"/>
              <a:ext cx="745927" cy="698500"/>
            </a:xfrm>
            <a:custGeom>
              <a:avLst/>
              <a:gdLst/>
              <a:ahLst/>
              <a:cxnLst/>
              <a:rect l="l" t="t" r="r" b="b"/>
              <a:pathLst>
                <a:path w="745927" h="698500">
                  <a:moveTo>
                    <a:pt x="734279" y="381637"/>
                  </a:moveTo>
                  <a:lnTo>
                    <a:pt x="568765" y="666113"/>
                  </a:lnTo>
                  <a:cubicBezTo>
                    <a:pt x="557099" y="686164"/>
                    <a:pt x="535651" y="698500"/>
                    <a:pt x="512452" y="698500"/>
                  </a:cubicBezTo>
                  <a:lnTo>
                    <a:pt x="233475" y="698500"/>
                  </a:lnTo>
                  <a:cubicBezTo>
                    <a:pt x="210276" y="698500"/>
                    <a:pt x="188828" y="686164"/>
                    <a:pt x="177162" y="666113"/>
                  </a:cubicBezTo>
                  <a:lnTo>
                    <a:pt x="11648" y="381637"/>
                  </a:lnTo>
                  <a:cubicBezTo>
                    <a:pt x="0" y="361617"/>
                    <a:pt x="0" y="336883"/>
                    <a:pt x="11648" y="316863"/>
                  </a:cubicBezTo>
                  <a:lnTo>
                    <a:pt x="177162" y="32387"/>
                  </a:lnTo>
                  <a:cubicBezTo>
                    <a:pt x="188828" y="12336"/>
                    <a:pt x="210276" y="0"/>
                    <a:pt x="233475" y="0"/>
                  </a:cubicBezTo>
                  <a:lnTo>
                    <a:pt x="512452" y="0"/>
                  </a:lnTo>
                  <a:cubicBezTo>
                    <a:pt x="535651" y="0"/>
                    <a:pt x="557099" y="12336"/>
                    <a:pt x="568765" y="32387"/>
                  </a:cubicBezTo>
                  <a:lnTo>
                    <a:pt x="734279" y="316863"/>
                  </a:lnTo>
                  <a:cubicBezTo>
                    <a:pt x="745927" y="336883"/>
                    <a:pt x="745927" y="361617"/>
                    <a:pt x="734279" y="381637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4300" y="-38100"/>
              <a:ext cx="531717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-2778264" y="-1453663"/>
            <a:ext cx="12306745" cy="1807616"/>
            <a:chOff x="0" y="0"/>
            <a:chExt cx="4093849" cy="698500"/>
          </a:xfrm>
        </p:grpSpPr>
        <p:sp>
          <p:nvSpPr>
            <p:cNvPr id="41" name="Freeform 41"/>
            <p:cNvSpPr/>
            <p:nvPr/>
          </p:nvSpPr>
          <p:spPr>
            <a:xfrm>
              <a:off x="3020" y="0"/>
              <a:ext cx="4087809" cy="698500"/>
            </a:xfrm>
            <a:custGeom>
              <a:avLst/>
              <a:gdLst/>
              <a:ahLst/>
              <a:cxnLst/>
              <a:rect l="l" t="t" r="r" b="b"/>
              <a:pathLst>
                <a:path w="4087809" h="698500">
                  <a:moveTo>
                    <a:pt x="4082920" y="362844"/>
                  </a:moveTo>
                  <a:lnTo>
                    <a:pt x="3895537" y="684906"/>
                  </a:lnTo>
                  <a:cubicBezTo>
                    <a:pt x="3890641" y="693323"/>
                    <a:pt x="3881639" y="698500"/>
                    <a:pt x="3871902" y="698500"/>
                  </a:cubicBezTo>
                  <a:lnTo>
                    <a:pt x="215907" y="698500"/>
                  </a:lnTo>
                  <a:cubicBezTo>
                    <a:pt x="206170" y="698500"/>
                    <a:pt x="197168" y="693323"/>
                    <a:pt x="192271" y="684906"/>
                  </a:cubicBezTo>
                  <a:lnTo>
                    <a:pt x="4889" y="362844"/>
                  </a:lnTo>
                  <a:cubicBezTo>
                    <a:pt x="0" y="354441"/>
                    <a:pt x="0" y="344059"/>
                    <a:pt x="4889" y="335656"/>
                  </a:cubicBezTo>
                  <a:lnTo>
                    <a:pt x="192271" y="13594"/>
                  </a:lnTo>
                  <a:cubicBezTo>
                    <a:pt x="197168" y="5178"/>
                    <a:pt x="206170" y="0"/>
                    <a:pt x="215907" y="0"/>
                  </a:cubicBezTo>
                  <a:lnTo>
                    <a:pt x="3871902" y="0"/>
                  </a:lnTo>
                  <a:cubicBezTo>
                    <a:pt x="3881639" y="0"/>
                    <a:pt x="3890641" y="5178"/>
                    <a:pt x="3895537" y="13594"/>
                  </a:cubicBezTo>
                  <a:lnTo>
                    <a:pt x="4082920" y="335656"/>
                  </a:lnTo>
                  <a:cubicBezTo>
                    <a:pt x="4087809" y="344059"/>
                    <a:pt x="4087809" y="354441"/>
                    <a:pt x="4082920" y="362844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114300" y="-38100"/>
              <a:ext cx="3865249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0BB297DF-4123-C7B8-ACB9-3CE34C62C53E}"/>
              </a:ext>
            </a:extLst>
          </p:cNvPr>
          <p:cNvSpPr txBox="1"/>
          <p:nvPr/>
        </p:nvSpPr>
        <p:spPr>
          <a:xfrm>
            <a:off x="480737" y="1712269"/>
            <a:ext cx="9989223" cy="5993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 m0niaturized Automated Storage and Retrieval System (ASRS) integrated with a conveyor belt, color and fault detection. Controlled by an Arduino Uno with low-cost motors and sensors, the system automates sorting and storage of objects based on color. Position and fault detection modules enhance reliability, making it a practical platform for learning in instrumentation, robotics, and mechatronics.</a:t>
            </a:r>
            <a:endParaRPr lang="en-ID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DA979-2BD3-B9C1-D226-93FCA0D19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9375A98-0E5D-DD7C-E845-9F4D01BE03A7}"/>
              </a:ext>
            </a:extLst>
          </p:cNvPr>
          <p:cNvGrpSpPr/>
          <p:nvPr/>
        </p:nvGrpSpPr>
        <p:grpSpPr>
          <a:xfrm>
            <a:off x="6602765" y="9182100"/>
            <a:ext cx="10208755" cy="3066508"/>
            <a:chOff x="0" y="0"/>
            <a:chExt cx="1971842" cy="6985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11E294A-B625-7B63-B3F3-4911E13A53C9}"/>
                </a:ext>
              </a:extLst>
            </p:cNvPr>
            <p:cNvSpPr/>
            <p:nvPr/>
          </p:nvSpPr>
          <p:spPr>
            <a:xfrm>
              <a:off x="3641" y="0"/>
              <a:ext cx="1964561" cy="698500"/>
            </a:xfrm>
            <a:custGeom>
              <a:avLst/>
              <a:gdLst/>
              <a:ahLst/>
              <a:cxnLst/>
              <a:rect l="l" t="t" r="r" b="b"/>
              <a:pathLst>
                <a:path w="1964561" h="698500">
                  <a:moveTo>
                    <a:pt x="1958667" y="365637"/>
                  </a:moveTo>
                  <a:lnTo>
                    <a:pt x="1774536" y="682113"/>
                  </a:lnTo>
                  <a:cubicBezTo>
                    <a:pt x="1768633" y="692258"/>
                    <a:pt x="1757780" y="698500"/>
                    <a:pt x="1746042" y="698500"/>
                  </a:cubicBezTo>
                  <a:lnTo>
                    <a:pt x="218518" y="698500"/>
                  </a:lnTo>
                  <a:cubicBezTo>
                    <a:pt x="206780" y="698500"/>
                    <a:pt x="195928" y="692258"/>
                    <a:pt x="190025" y="682113"/>
                  </a:cubicBezTo>
                  <a:lnTo>
                    <a:pt x="5893" y="365637"/>
                  </a:lnTo>
                  <a:cubicBezTo>
                    <a:pt x="0" y="355507"/>
                    <a:pt x="0" y="342993"/>
                    <a:pt x="5893" y="332863"/>
                  </a:cubicBezTo>
                  <a:lnTo>
                    <a:pt x="190025" y="16387"/>
                  </a:lnTo>
                  <a:cubicBezTo>
                    <a:pt x="195928" y="6242"/>
                    <a:pt x="206780" y="0"/>
                    <a:pt x="218518" y="0"/>
                  </a:cubicBezTo>
                  <a:lnTo>
                    <a:pt x="1746042" y="0"/>
                  </a:lnTo>
                  <a:cubicBezTo>
                    <a:pt x="1757780" y="0"/>
                    <a:pt x="1768633" y="6242"/>
                    <a:pt x="1774536" y="16387"/>
                  </a:cubicBezTo>
                  <a:lnTo>
                    <a:pt x="1958667" y="332863"/>
                  </a:lnTo>
                  <a:cubicBezTo>
                    <a:pt x="1964561" y="342993"/>
                    <a:pt x="1964561" y="355507"/>
                    <a:pt x="1958667" y="365637"/>
                  </a:cubicBezTo>
                  <a:close/>
                </a:path>
              </a:pathLst>
            </a:custGeom>
            <a:solidFill>
              <a:srgbClr val="EDF0EF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8D193DD-29C9-DC65-B17C-DF1738A18B75}"/>
                </a:ext>
              </a:extLst>
            </p:cNvPr>
            <p:cNvSpPr txBox="1"/>
            <p:nvPr/>
          </p:nvSpPr>
          <p:spPr>
            <a:xfrm>
              <a:off x="114300" y="-38100"/>
              <a:ext cx="17432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477E609-091D-1294-AEA3-BC388D5FB813}"/>
              </a:ext>
            </a:extLst>
          </p:cNvPr>
          <p:cNvGrpSpPr/>
          <p:nvPr/>
        </p:nvGrpSpPr>
        <p:grpSpPr>
          <a:xfrm>
            <a:off x="7857812" y="9630116"/>
            <a:ext cx="12456716" cy="2165882"/>
            <a:chOff x="0" y="0"/>
            <a:chExt cx="3159079" cy="6985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3E28ED8-07F5-4E30-57EE-5E3FEB9C6EDD}"/>
                </a:ext>
              </a:extLst>
            </p:cNvPr>
            <p:cNvSpPr/>
            <p:nvPr/>
          </p:nvSpPr>
          <p:spPr>
            <a:xfrm>
              <a:off x="2984" y="0"/>
              <a:ext cx="3153112" cy="698500"/>
            </a:xfrm>
            <a:custGeom>
              <a:avLst/>
              <a:gdLst/>
              <a:ahLst/>
              <a:cxnLst/>
              <a:rect l="l" t="t" r="r" b="b"/>
              <a:pathLst>
                <a:path w="3153112" h="698500">
                  <a:moveTo>
                    <a:pt x="3148281" y="362680"/>
                  </a:moveTo>
                  <a:lnTo>
                    <a:pt x="2960709" y="685070"/>
                  </a:lnTo>
                  <a:cubicBezTo>
                    <a:pt x="2955871" y="693385"/>
                    <a:pt x="2946977" y="698500"/>
                    <a:pt x="2937357" y="698500"/>
                  </a:cubicBezTo>
                  <a:lnTo>
                    <a:pt x="215754" y="698500"/>
                  </a:lnTo>
                  <a:cubicBezTo>
                    <a:pt x="206134" y="698500"/>
                    <a:pt x="197240" y="693385"/>
                    <a:pt x="192402" y="685070"/>
                  </a:cubicBezTo>
                  <a:lnTo>
                    <a:pt x="4830" y="362680"/>
                  </a:lnTo>
                  <a:cubicBezTo>
                    <a:pt x="0" y="354378"/>
                    <a:pt x="0" y="344122"/>
                    <a:pt x="4830" y="335820"/>
                  </a:cubicBezTo>
                  <a:lnTo>
                    <a:pt x="192402" y="13430"/>
                  </a:lnTo>
                  <a:cubicBezTo>
                    <a:pt x="197240" y="5115"/>
                    <a:pt x="206134" y="0"/>
                    <a:pt x="215754" y="0"/>
                  </a:cubicBezTo>
                  <a:lnTo>
                    <a:pt x="2937357" y="0"/>
                  </a:lnTo>
                  <a:cubicBezTo>
                    <a:pt x="2946977" y="0"/>
                    <a:pt x="2955871" y="5115"/>
                    <a:pt x="2960709" y="13430"/>
                  </a:cubicBezTo>
                  <a:lnTo>
                    <a:pt x="3148281" y="335820"/>
                  </a:lnTo>
                  <a:cubicBezTo>
                    <a:pt x="3153111" y="344122"/>
                    <a:pt x="3153111" y="354378"/>
                    <a:pt x="3148281" y="36268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90AD6D1-5102-E3A2-FF23-F05A88ABD731}"/>
                </a:ext>
              </a:extLst>
            </p:cNvPr>
            <p:cNvSpPr txBox="1"/>
            <p:nvPr/>
          </p:nvSpPr>
          <p:spPr>
            <a:xfrm>
              <a:off x="114300" y="-38100"/>
              <a:ext cx="2930479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2229FC66-3800-1DFE-29A3-2BDC38894BC3}"/>
              </a:ext>
            </a:extLst>
          </p:cNvPr>
          <p:cNvGrpSpPr/>
          <p:nvPr/>
        </p:nvGrpSpPr>
        <p:grpSpPr>
          <a:xfrm>
            <a:off x="17299131" y="-1210981"/>
            <a:ext cx="4285074" cy="4479362"/>
            <a:chOff x="0" y="0"/>
            <a:chExt cx="668203" cy="6985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DFC4120-7977-C570-31CD-1CF333D207EF}"/>
                </a:ext>
              </a:extLst>
            </p:cNvPr>
            <p:cNvSpPr/>
            <p:nvPr/>
          </p:nvSpPr>
          <p:spPr>
            <a:xfrm>
              <a:off x="8673" y="0"/>
              <a:ext cx="650857" cy="698500"/>
            </a:xfrm>
            <a:custGeom>
              <a:avLst/>
              <a:gdLst/>
              <a:ahLst/>
              <a:cxnLst/>
              <a:rect l="l" t="t" r="r" b="b"/>
              <a:pathLst>
                <a:path w="650857" h="698500">
                  <a:moveTo>
                    <a:pt x="636816" y="388291"/>
                  </a:moveTo>
                  <a:lnTo>
                    <a:pt x="479045" y="659459"/>
                  </a:lnTo>
                  <a:cubicBezTo>
                    <a:pt x="464982" y="683630"/>
                    <a:pt x="439127" y="698500"/>
                    <a:pt x="411162" y="698500"/>
                  </a:cubicBezTo>
                  <a:lnTo>
                    <a:pt x="239695" y="698500"/>
                  </a:lnTo>
                  <a:cubicBezTo>
                    <a:pt x="211730" y="698500"/>
                    <a:pt x="185875" y="683630"/>
                    <a:pt x="171812" y="659459"/>
                  </a:cubicBezTo>
                  <a:lnTo>
                    <a:pt x="14042" y="388291"/>
                  </a:lnTo>
                  <a:cubicBezTo>
                    <a:pt x="0" y="364157"/>
                    <a:pt x="0" y="334343"/>
                    <a:pt x="14042" y="310209"/>
                  </a:cubicBezTo>
                  <a:lnTo>
                    <a:pt x="171812" y="39041"/>
                  </a:lnTo>
                  <a:cubicBezTo>
                    <a:pt x="185875" y="14870"/>
                    <a:pt x="211730" y="0"/>
                    <a:pt x="239695" y="0"/>
                  </a:cubicBezTo>
                  <a:lnTo>
                    <a:pt x="411162" y="0"/>
                  </a:lnTo>
                  <a:cubicBezTo>
                    <a:pt x="439127" y="0"/>
                    <a:pt x="464982" y="14870"/>
                    <a:pt x="479045" y="39041"/>
                  </a:cubicBezTo>
                  <a:lnTo>
                    <a:pt x="636816" y="310209"/>
                  </a:lnTo>
                  <a:cubicBezTo>
                    <a:pt x="650857" y="334343"/>
                    <a:pt x="650857" y="364157"/>
                    <a:pt x="636816" y="388291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E49899D6-8D00-F6E3-80A4-E3C4236C0300}"/>
                </a:ext>
              </a:extLst>
            </p:cNvPr>
            <p:cNvSpPr txBox="1"/>
            <p:nvPr/>
          </p:nvSpPr>
          <p:spPr>
            <a:xfrm>
              <a:off x="114300" y="-38100"/>
              <a:ext cx="43960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D579F3F8-A83B-96C9-0F82-54610CCC71D6}"/>
              </a:ext>
            </a:extLst>
          </p:cNvPr>
          <p:cNvGrpSpPr/>
          <p:nvPr/>
        </p:nvGrpSpPr>
        <p:grpSpPr>
          <a:xfrm>
            <a:off x="-2543527" y="-2211924"/>
            <a:ext cx="10208755" cy="3488644"/>
            <a:chOff x="0" y="0"/>
            <a:chExt cx="1971842" cy="6985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E535C831-C02B-AC12-19CA-8D82A84CF6B9}"/>
                </a:ext>
              </a:extLst>
            </p:cNvPr>
            <p:cNvSpPr/>
            <p:nvPr/>
          </p:nvSpPr>
          <p:spPr>
            <a:xfrm>
              <a:off x="3641" y="0"/>
              <a:ext cx="1964561" cy="698500"/>
            </a:xfrm>
            <a:custGeom>
              <a:avLst/>
              <a:gdLst/>
              <a:ahLst/>
              <a:cxnLst/>
              <a:rect l="l" t="t" r="r" b="b"/>
              <a:pathLst>
                <a:path w="1964561" h="698500">
                  <a:moveTo>
                    <a:pt x="1958667" y="365637"/>
                  </a:moveTo>
                  <a:lnTo>
                    <a:pt x="1774536" y="682113"/>
                  </a:lnTo>
                  <a:cubicBezTo>
                    <a:pt x="1768633" y="692258"/>
                    <a:pt x="1757780" y="698500"/>
                    <a:pt x="1746042" y="698500"/>
                  </a:cubicBezTo>
                  <a:lnTo>
                    <a:pt x="218518" y="698500"/>
                  </a:lnTo>
                  <a:cubicBezTo>
                    <a:pt x="206780" y="698500"/>
                    <a:pt x="195928" y="692258"/>
                    <a:pt x="190025" y="682113"/>
                  </a:cubicBezTo>
                  <a:lnTo>
                    <a:pt x="5893" y="365637"/>
                  </a:lnTo>
                  <a:cubicBezTo>
                    <a:pt x="0" y="355507"/>
                    <a:pt x="0" y="342993"/>
                    <a:pt x="5893" y="332863"/>
                  </a:cubicBezTo>
                  <a:lnTo>
                    <a:pt x="190025" y="16387"/>
                  </a:lnTo>
                  <a:cubicBezTo>
                    <a:pt x="195928" y="6242"/>
                    <a:pt x="206780" y="0"/>
                    <a:pt x="218518" y="0"/>
                  </a:cubicBezTo>
                  <a:lnTo>
                    <a:pt x="1746042" y="0"/>
                  </a:lnTo>
                  <a:cubicBezTo>
                    <a:pt x="1757780" y="0"/>
                    <a:pt x="1768633" y="6242"/>
                    <a:pt x="1774536" y="16387"/>
                  </a:cubicBezTo>
                  <a:lnTo>
                    <a:pt x="1958667" y="332863"/>
                  </a:lnTo>
                  <a:cubicBezTo>
                    <a:pt x="1964561" y="342993"/>
                    <a:pt x="1964561" y="355507"/>
                    <a:pt x="1958667" y="365637"/>
                  </a:cubicBezTo>
                  <a:close/>
                </a:path>
              </a:pathLst>
            </a:custGeom>
            <a:solidFill>
              <a:srgbClr val="EDF0EF"/>
            </a:solidFill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283E01B2-6237-C195-4883-7A33BB9BB11C}"/>
                </a:ext>
              </a:extLst>
            </p:cNvPr>
            <p:cNvSpPr txBox="1"/>
            <p:nvPr/>
          </p:nvSpPr>
          <p:spPr>
            <a:xfrm>
              <a:off x="114300" y="-38100"/>
              <a:ext cx="17432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5E76EED1-9F76-3644-6757-A9959FC2B02B}"/>
              </a:ext>
            </a:extLst>
          </p:cNvPr>
          <p:cNvGrpSpPr/>
          <p:nvPr/>
        </p:nvGrpSpPr>
        <p:grpSpPr>
          <a:xfrm>
            <a:off x="16114797" y="3769333"/>
            <a:ext cx="5377240" cy="8326942"/>
            <a:chOff x="0" y="0"/>
            <a:chExt cx="451066" cy="69850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9DB8F20D-E091-5498-36B6-9358AD69ED3A}"/>
                </a:ext>
              </a:extLst>
            </p:cNvPr>
            <p:cNvSpPr/>
            <p:nvPr/>
          </p:nvSpPr>
          <p:spPr>
            <a:xfrm>
              <a:off x="6912" y="0"/>
              <a:ext cx="437243" cy="698500"/>
            </a:xfrm>
            <a:custGeom>
              <a:avLst/>
              <a:gdLst/>
              <a:ahLst/>
              <a:cxnLst/>
              <a:rect l="l" t="t" r="r" b="b"/>
              <a:pathLst>
                <a:path w="437243" h="698500">
                  <a:moveTo>
                    <a:pt x="426053" y="380361"/>
                  </a:moveTo>
                  <a:lnTo>
                    <a:pt x="252185" y="679196"/>
                  </a:lnTo>
                  <a:cubicBezTo>
                    <a:pt x="245232" y="691148"/>
                    <a:pt x="232448" y="698500"/>
                    <a:pt x="218621" y="698500"/>
                  </a:cubicBezTo>
                  <a:lnTo>
                    <a:pt x="218621" y="698500"/>
                  </a:lnTo>
                  <a:cubicBezTo>
                    <a:pt x="204794" y="698500"/>
                    <a:pt x="192010" y="691148"/>
                    <a:pt x="185057" y="679196"/>
                  </a:cubicBezTo>
                  <a:lnTo>
                    <a:pt x="11189" y="380361"/>
                  </a:lnTo>
                  <a:cubicBezTo>
                    <a:pt x="0" y="361130"/>
                    <a:pt x="0" y="337370"/>
                    <a:pt x="11189" y="318139"/>
                  </a:cubicBezTo>
                  <a:lnTo>
                    <a:pt x="185057" y="19304"/>
                  </a:lnTo>
                  <a:cubicBezTo>
                    <a:pt x="192010" y="7352"/>
                    <a:pt x="204794" y="0"/>
                    <a:pt x="218621" y="0"/>
                  </a:cubicBezTo>
                  <a:lnTo>
                    <a:pt x="218621" y="0"/>
                  </a:lnTo>
                  <a:cubicBezTo>
                    <a:pt x="232448" y="0"/>
                    <a:pt x="245232" y="7352"/>
                    <a:pt x="252185" y="19304"/>
                  </a:cubicBezTo>
                  <a:lnTo>
                    <a:pt x="426053" y="318139"/>
                  </a:lnTo>
                  <a:cubicBezTo>
                    <a:pt x="437242" y="337370"/>
                    <a:pt x="437242" y="361130"/>
                    <a:pt x="426053" y="380361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1B7BB2E2-C392-6927-3782-BF1523E8BE46}"/>
                </a:ext>
              </a:extLst>
            </p:cNvPr>
            <p:cNvSpPr txBox="1"/>
            <p:nvPr/>
          </p:nvSpPr>
          <p:spPr>
            <a:xfrm>
              <a:off x="114300" y="-38100"/>
              <a:ext cx="222466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Freeform 35">
            <a:extLst>
              <a:ext uri="{FF2B5EF4-FFF2-40B4-BE49-F238E27FC236}">
                <a16:creationId xmlns:a16="http://schemas.microsoft.com/office/drawing/2014/main" id="{8D40A10B-AD6F-D13E-8DC3-81D0C852DC1D}"/>
              </a:ext>
            </a:extLst>
          </p:cNvPr>
          <p:cNvSpPr/>
          <p:nvPr/>
        </p:nvSpPr>
        <p:spPr>
          <a:xfrm>
            <a:off x="17031166" y="7840127"/>
            <a:ext cx="741417" cy="185354"/>
          </a:xfrm>
          <a:custGeom>
            <a:avLst/>
            <a:gdLst/>
            <a:ahLst/>
            <a:cxnLst/>
            <a:rect l="l" t="t" r="r" b="b"/>
            <a:pathLst>
              <a:path w="741417" h="185354">
                <a:moveTo>
                  <a:pt x="0" y="0"/>
                </a:moveTo>
                <a:lnTo>
                  <a:pt x="741417" y="0"/>
                </a:lnTo>
                <a:lnTo>
                  <a:pt x="741417" y="185354"/>
                </a:lnTo>
                <a:lnTo>
                  <a:pt x="0" y="185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7" name="Group 37">
            <a:extLst>
              <a:ext uri="{FF2B5EF4-FFF2-40B4-BE49-F238E27FC236}">
                <a16:creationId xmlns:a16="http://schemas.microsoft.com/office/drawing/2014/main" id="{8F215AF6-B529-F5B5-4D0C-B9C9B5714393}"/>
              </a:ext>
            </a:extLst>
          </p:cNvPr>
          <p:cNvGrpSpPr/>
          <p:nvPr/>
        </p:nvGrpSpPr>
        <p:grpSpPr>
          <a:xfrm>
            <a:off x="16220702" y="-2580760"/>
            <a:ext cx="5165430" cy="4745458"/>
            <a:chOff x="0" y="0"/>
            <a:chExt cx="760317" cy="6985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FBB3FB9B-A47B-221C-AD05-74B5663B4241}"/>
                </a:ext>
              </a:extLst>
            </p:cNvPr>
            <p:cNvSpPr/>
            <p:nvPr/>
          </p:nvSpPr>
          <p:spPr>
            <a:xfrm>
              <a:off x="7195" y="0"/>
              <a:ext cx="745927" cy="698500"/>
            </a:xfrm>
            <a:custGeom>
              <a:avLst/>
              <a:gdLst/>
              <a:ahLst/>
              <a:cxnLst/>
              <a:rect l="l" t="t" r="r" b="b"/>
              <a:pathLst>
                <a:path w="745927" h="698500">
                  <a:moveTo>
                    <a:pt x="734279" y="381637"/>
                  </a:moveTo>
                  <a:lnTo>
                    <a:pt x="568765" y="666113"/>
                  </a:lnTo>
                  <a:cubicBezTo>
                    <a:pt x="557099" y="686164"/>
                    <a:pt x="535651" y="698500"/>
                    <a:pt x="512452" y="698500"/>
                  </a:cubicBezTo>
                  <a:lnTo>
                    <a:pt x="233475" y="698500"/>
                  </a:lnTo>
                  <a:cubicBezTo>
                    <a:pt x="210276" y="698500"/>
                    <a:pt x="188828" y="686164"/>
                    <a:pt x="177162" y="666113"/>
                  </a:cubicBezTo>
                  <a:lnTo>
                    <a:pt x="11648" y="381637"/>
                  </a:lnTo>
                  <a:cubicBezTo>
                    <a:pt x="0" y="361617"/>
                    <a:pt x="0" y="336883"/>
                    <a:pt x="11648" y="316863"/>
                  </a:cubicBezTo>
                  <a:lnTo>
                    <a:pt x="177162" y="32387"/>
                  </a:lnTo>
                  <a:cubicBezTo>
                    <a:pt x="188828" y="12336"/>
                    <a:pt x="210276" y="0"/>
                    <a:pt x="233475" y="0"/>
                  </a:cubicBezTo>
                  <a:lnTo>
                    <a:pt x="512452" y="0"/>
                  </a:lnTo>
                  <a:cubicBezTo>
                    <a:pt x="535651" y="0"/>
                    <a:pt x="557099" y="12336"/>
                    <a:pt x="568765" y="32387"/>
                  </a:cubicBezTo>
                  <a:lnTo>
                    <a:pt x="734279" y="316863"/>
                  </a:lnTo>
                  <a:cubicBezTo>
                    <a:pt x="745927" y="336883"/>
                    <a:pt x="745927" y="361617"/>
                    <a:pt x="734279" y="381637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6A12A0F5-38DD-244D-A707-5D2721F29884}"/>
                </a:ext>
              </a:extLst>
            </p:cNvPr>
            <p:cNvSpPr txBox="1"/>
            <p:nvPr/>
          </p:nvSpPr>
          <p:spPr>
            <a:xfrm>
              <a:off x="114300" y="-38100"/>
              <a:ext cx="531717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0" name="Group 40">
            <a:extLst>
              <a:ext uri="{FF2B5EF4-FFF2-40B4-BE49-F238E27FC236}">
                <a16:creationId xmlns:a16="http://schemas.microsoft.com/office/drawing/2014/main" id="{658A3EBD-61AE-4E5E-605C-7B92D408F331}"/>
              </a:ext>
            </a:extLst>
          </p:cNvPr>
          <p:cNvGrpSpPr/>
          <p:nvPr/>
        </p:nvGrpSpPr>
        <p:grpSpPr>
          <a:xfrm>
            <a:off x="-2778264" y="-1453663"/>
            <a:ext cx="12306745" cy="1807616"/>
            <a:chOff x="0" y="0"/>
            <a:chExt cx="4093849" cy="698500"/>
          </a:xfrm>
        </p:grpSpPr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A7B910C9-202E-74AD-731E-A8E280FF6ACF}"/>
                </a:ext>
              </a:extLst>
            </p:cNvPr>
            <p:cNvSpPr/>
            <p:nvPr/>
          </p:nvSpPr>
          <p:spPr>
            <a:xfrm>
              <a:off x="3020" y="0"/>
              <a:ext cx="4087809" cy="698500"/>
            </a:xfrm>
            <a:custGeom>
              <a:avLst/>
              <a:gdLst/>
              <a:ahLst/>
              <a:cxnLst/>
              <a:rect l="l" t="t" r="r" b="b"/>
              <a:pathLst>
                <a:path w="4087809" h="698500">
                  <a:moveTo>
                    <a:pt x="4082920" y="362844"/>
                  </a:moveTo>
                  <a:lnTo>
                    <a:pt x="3895537" y="684906"/>
                  </a:lnTo>
                  <a:cubicBezTo>
                    <a:pt x="3890641" y="693323"/>
                    <a:pt x="3881639" y="698500"/>
                    <a:pt x="3871902" y="698500"/>
                  </a:cubicBezTo>
                  <a:lnTo>
                    <a:pt x="215907" y="698500"/>
                  </a:lnTo>
                  <a:cubicBezTo>
                    <a:pt x="206170" y="698500"/>
                    <a:pt x="197168" y="693323"/>
                    <a:pt x="192271" y="684906"/>
                  </a:cubicBezTo>
                  <a:lnTo>
                    <a:pt x="4889" y="362844"/>
                  </a:lnTo>
                  <a:cubicBezTo>
                    <a:pt x="0" y="354441"/>
                    <a:pt x="0" y="344059"/>
                    <a:pt x="4889" y="335656"/>
                  </a:cubicBezTo>
                  <a:lnTo>
                    <a:pt x="192271" y="13594"/>
                  </a:lnTo>
                  <a:cubicBezTo>
                    <a:pt x="197168" y="5178"/>
                    <a:pt x="206170" y="0"/>
                    <a:pt x="215907" y="0"/>
                  </a:cubicBezTo>
                  <a:lnTo>
                    <a:pt x="3871902" y="0"/>
                  </a:lnTo>
                  <a:cubicBezTo>
                    <a:pt x="3881639" y="0"/>
                    <a:pt x="3890641" y="5178"/>
                    <a:pt x="3895537" y="13594"/>
                  </a:cubicBezTo>
                  <a:lnTo>
                    <a:pt x="4082920" y="335656"/>
                  </a:lnTo>
                  <a:cubicBezTo>
                    <a:pt x="4087809" y="344059"/>
                    <a:pt x="4087809" y="354441"/>
                    <a:pt x="4082920" y="362844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2" name="TextBox 42">
              <a:extLst>
                <a:ext uri="{FF2B5EF4-FFF2-40B4-BE49-F238E27FC236}">
                  <a16:creationId xmlns:a16="http://schemas.microsoft.com/office/drawing/2014/main" id="{45877889-376A-A402-4F6D-444AE75628EA}"/>
                </a:ext>
              </a:extLst>
            </p:cNvPr>
            <p:cNvSpPr txBox="1"/>
            <p:nvPr/>
          </p:nvSpPr>
          <p:spPr>
            <a:xfrm>
              <a:off x="114300" y="-38100"/>
              <a:ext cx="3865249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648DBB3-AC66-A78D-79A5-1FF34EEED9A0}"/>
              </a:ext>
            </a:extLst>
          </p:cNvPr>
          <p:cNvSpPr txBox="1"/>
          <p:nvPr/>
        </p:nvSpPr>
        <p:spPr>
          <a:xfrm>
            <a:off x="241990" y="1724736"/>
            <a:ext cx="10349810" cy="6855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handling, sorting, and storage are still common in small-scale industries and labs as well as increase labor costs, reduce accuracy, and waste time and space.</a:t>
            </a: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compact, affordable, sensor-driven system is needed for automation such a system should provide automated transport, sorting, storage.  </a:t>
            </a: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prototype reduces human effort and enhances efficiency and safety.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24CA26-9459-91C3-EB92-7837812CA524}"/>
              </a:ext>
            </a:extLst>
          </p:cNvPr>
          <p:cNvSpPr txBox="1"/>
          <p:nvPr/>
        </p:nvSpPr>
        <p:spPr>
          <a:xfrm>
            <a:off x="418184" y="388939"/>
            <a:ext cx="494968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400" dirty="0"/>
              <a:t> </a:t>
            </a:r>
            <a:endParaRPr lang="en-ID" sz="4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C012AE1-3745-AC37-61C2-B1B16591E9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2683" y="2423541"/>
            <a:ext cx="6069191" cy="529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514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92C4D-07D3-8E60-E652-4A23CCEA4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75867C7-88BA-5D37-EC12-D527E734A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5202" y="1356308"/>
            <a:ext cx="9599794" cy="8132291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11136912-2195-CFEF-7610-9F0916CB217D}"/>
              </a:ext>
            </a:extLst>
          </p:cNvPr>
          <p:cNvGrpSpPr/>
          <p:nvPr/>
        </p:nvGrpSpPr>
        <p:grpSpPr>
          <a:xfrm>
            <a:off x="6602765" y="9182100"/>
            <a:ext cx="10208755" cy="3066508"/>
            <a:chOff x="0" y="0"/>
            <a:chExt cx="1971842" cy="6985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08B4F96-05E0-61E7-FD6E-76D7408A253D}"/>
                </a:ext>
              </a:extLst>
            </p:cNvPr>
            <p:cNvSpPr/>
            <p:nvPr/>
          </p:nvSpPr>
          <p:spPr>
            <a:xfrm>
              <a:off x="3641" y="0"/>
              <a:ext cx="1964561" cy="698500"/>
            </a:xfrm>
            <a:custGeom>
              <a:avLst/>
              <a:gdLst/>
              <a:ahLst/>
              <a:cxnLst/>
              <a:rect l="l" t="t" r="r" b="b"/>
              <a:pathLst>
                <a:path w="1964561" h="698500">
                  <a:moveTo>
                    <a:pt x="1958667" y="365637"/>
                  </a:moveTo>
                  <a:lnTo>
                    <a:pt x="1774536" y="682113"/>
                  </a:lnTo>
                  <a:cubicBezTo>
                    <a:pt x="1768633" y="692258"/>
                    <a:pt x="1757780" y="698500"/>
                    <a:pt x="1746042" y="698500"/>
                  </a:cubicBezTo>
                  <a:lnTo>
                    <a:pt x="218518" y="698500"/>
                  </a:lnTo>
                  <a:cubicBezTo>
                    <a:pt x="206780" y="698500"/>
                    <a:pt x="195928" y="692258"/>
                    <a:pt x="190025" y="682113"/>
                  </a:cubicBezTo>
                  <a:lnTo>
                    <a:pt x="5893" y="365637"/>
                  </a:lnTo>
                  <a:cubicBezTo>
                    <a:pt x="0" y="355507"/>
                    <a:pt x="0" y="342993"/>
                    <a:pt x="5893" y="332863"/>
                  </a:cubicBezTo>
                  <a:lnTo>
                    <a:pt x="190025" y="16387"/>
                  </a:lnTo>
                  <a:cubicBezTo>
                    <a:pt x="195928" y="6242"/>
                    <a:pt x="206780" y="0"/>
                    <a:pt x="218518" y="0"/>
                  </a:cubicBezTo>
                  <a:lnTo>
                    <a:pt x="1746042" y="0"/>
                  </a:lnTo>
                  <a:cubicBezTo>
                    <a:pt x="1757780" y="0"/>
                    <a:pt x="1768633" y="6242"/>
                    <a:pt x="1774536" y="16387"/>
                  </a:cubicBezTo>
                  <a:lnTo>
                    <a:pt x="1958667" y="332863"/>
                  </a:lnTo>
                  <a:cubicBezTo>
                    <a:pt x="1964561" y="342993"/>
                    <a:pt x="1964561" y="355507"/>
                    <a:pt x="1958667" y="365637"/>
                  </a:cubicBezTo>
                  <a:close/>
                </a:path>
              </a:pathLst>
            </a:custGeom>
            <a:solidFill>
              <a:srgbClr val="EDF0EF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193E7CF-2CE9-0FE2-1658-A1ABEB5C1B50}"/>
                </a:ext>
              </a:extLst>
            </p:cNvPr>
            <p:cNvSpPr txBox="1"/>
            <p:nvPr/>
          </p:nvSpPr>
          <p:spPr>
            <a:xfrm>
              <a:off x="114300" y="-38100"/>
              <a:ext cx="17432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345F900-618E-1FF2-0679-1704E93ECB23}"/>
              </a:ext>
            </a:extLst>
          </p:cNvPr>
          <p:cNvGrpSpPr/>
          <p:nvPr/>
        </p:nvGrpSpPr>
        <p:grpSpPr>
          <a:xfrm>
            <a:off x="7857812" y="9630116"/>
            <a:ext cx="12456716" cy="2165882"/>
            <a:chOff x="0" y="0"/>
            <a:chExt cx="3159079" cy="6985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683D5F3-5342-1208-A8E0-50C87A1640BA}"/>
                </a:ext>
              </a:extLst>
            </p:cNvPr>
            <p:cNvSpPr/>
            <p:nvPr/>
          </p:nvSpPr>
          <p:spPr>
            <a:xfrm>
              <a:off x="2984" y="0"/>
              <a:ext cx="3153112" cy="698500"/>
            </a:xfrm>
            <a:custGeom>
              <a:avLst/>
              <a:gdLst/>
              <a:ahLst/>
              <a:cxnLst/>
              <a:rect l="l" t="t" r="r" b="b"/>
              <a:pathLst>
                <a:path w="3153112" h="698500">
                  <a:moveTo>
                    <a:pt x="3148281" y="362680"/>
                  </a:moveTo>
                  <a:lnTo>
                    <a:pt x="2960709" y="685070"/>
                  </a:lnTo>
                  <a:cubicBezTo>
                    <a:pt x="2955871" y="693385"/>
                    <a:pt x="2946977" y="698500"/>
                    <a:pt x="2937357" y="698500"/>
                  </a:cubicBezTo>
                  <a:lnTo>
                    <a:pt x="215754" y="698500"/>
                  </a:lnTo>
                  <a:cubicBezTo>
                    <a:pt x="206134" y="698500"/>
                    <a:pt x="197240" y="693385"/>
                    <a:pt x="192402" y="685070"/>
                  </a:cubicBezTo>
                  <a:lnTo>
                    <a:pt x="4830" y="362680"/>
                  </a:lnTo>
                  <a:cubicBezTo>
                    <a:pt x="0" y="354378"/>
                    <a:pt x="0" y="344122"/>
                    <a:pt x="4830" y="335820"/>
                  </a:cubicBezTo>
                  <a:lnTo>
                    <a:pt x="192402" y="13430"/>
                  </a:lnTo>
                  <a:cubicBezTo>
                    <a:pt x="197240" y="5115"/>
                    <a:pt x="206134" y="0"/>
                    <a:pt x="215754" y="0"/>
                  </a:cubicBezTo>
                  <a:lnTo>
                    <a:pt x="2937357" y="0"/>
                  </a:lnTo>
                  <a:cubicBezTo>
                    <a:pt x="2946977" y="0"/>
                    <a:pt x="2955871" y="5115"/>
                    <a:pt x="2960709" y="13430"/>
                  </a:cubicBezTo>
                  <a:lnTo>
                    <a:pt x="3148281" y="335820"/>
                  </a:lnTo>
                  <a:cubicBezTo>
                    <a:pt x="3153111" y="344122"/>
                    <a:pt x="3153111" y="354378"/>
                    <a:pt x="3148281" y="36268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56E177F-E901-EC71-2D5C-28046D0AD0B7}"/>
                </a:ext>
              </a:extLst>
            </p:cNvPr>
            <p:cNvSpPr txBox="1"/>
            <p:nvPr/>
          </p:nvSpPr>
          <p:spPr>
            <a:xfrm>
              <a:off x="114300" y="-38100"/>
              <a:ext cx="2930479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2C475F6-87AF-CD31-06D9-C69FE25A1E09}"/>
              </a:ext>
            </a:extLst>
          </p:cNvPr>
          <p:cNvGrpSpPr/>
          <p:nvPr/>
        </p:nvGrpSpPr>
        <p:grpSpPr>
          <a:xfrm>
            <a:off x="17299131" y="-1210981"/>
            <a:ext cx="4285074" cy="4479362"/>
            <a:chOff x="0" y="0"/>
            <a:chExt cx="668203" cy="6985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6811B04-5705-E7B0-5558-042734A088F6}"/>
                </a:ext>
              </a:extLst>
            </p:cNvPr>
            <p:cNvSpPr/>
            <p:nvPr/>
          </p:nvSpPr>
          <p:spPr>
            <a:xfrm>
              <a:off x="8673" y="0"/>
              <a:ext cx="650857" cy="698500"/>
            </a:xfrm>
            <a:custGeom>
              <a:avLst/>
              <a:gdLst/>
              <a:ahLst/>
              <a:cxnLst/>
              <a:rect l="l" t="t" r="r" b="b"/>
              <a:pathLst>
                <a:path w="650857" h="698500">
                  <a:moveTo>
                    <a:pt x="636816" y="388291"/>
                  </a:moveTo>
                  <a:lnTo>
                    <a:pt x="479045" y="659459"/>
                  </a:lnTo>
                  <a:cubicBezTo>
                    <a:pt x="464982" y="683630"/>
                    <a:pt x="439127" y="698500"/>
                    <a:pt x="411162" y="698500"/>
                  </a:cubicBezTo>
                  <a:lnTo>
                    <a:pt x="239695" y="698500"/>
                  </a:lnTo>
                  <a:cubicBezTo>
                    <a:pt x="211730" y="698500"/>
                    <a:pt x="185875" y="683630"/>
                    <a:pt x="171812" y="659459"/>
                  </a:cubicBezTo>
                  <a:lnTo>
                    <a:pt x="14042" y="388291"/>
                  </a:lnTo>
                  <a:cubicBezTo>
                    <a:pt x="0" y="364157"/>
                    <a:pt x="0" y="334343"/>
                    <a:pt x="14042" y="310209"/>
                  </a:cubicBezTo>
                  <a:lnTo>
                    <a:pt x="171812" y="39041"/>
                  </a:lnTo>
                  <a:cubicBezTo>
                    <a:pt x="185875" y="14870"/>
                    <a:pt x="211730" y="0"/>
                    <a:pt x="239695" y="0"/>
                  </a:cubicBezTo>
                  <a:lnTo>
                    <a:pt x="411162" y="0"/>
                  </a:lnTo>
                  <a:cubicBezTo>
                    <a:pt x="439127" y="0"/>
                    <a:pt x="464982" y="14870"/>
                    <a:pt x="479045" y="39041"/>
                  </a:cubicBezTo>
                  <a:lnTo>
                    <a:pt x="636816" y="310209"/>
                  </a:lnTo>
                  <a:cubicBezTo>
                    <a:pt x="650857" y="334343"/>
                    <a:pt x="650857" y="364157"/>
                    <a:pt x="636816" y="388291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C3BB128A-C572-BE14-A27A-D2D81E0FEBE4}"/>
                </a:ext>
              </a:extLst>
            </p:cNvPr>
            <p:cNvSpPr txBox="1"/>
            <p:nvPr/>
          </p:nvSpPr>
          <p:spPr>
            <a:xfrm>
              <a:off x="114300" y="-38100"/>
              <a:ext cx="43960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38D8C9E9-A6EE-DBC4-AC14-2456B6B987AD}"/>
              </a:ext>
            </a:extLst>
          </p:cNvPr>
          <p:cNvGrpSpPr/>
          <p:nvPr/>
        </p:nvGrpSpPr>
        <p:grpSpPr>
          <a:xfrm>
            <a:off x="-2543527" y="-2211924"/>
            <a:ext cx="10208755" cy="3488644"/>
            <a:chOff x="0" y="0"/>
            <a:chExt cx="1971842" cy="6985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88493F17-4C52-149C-B959-883B781B6573}"/>
                </a:ext>
              </a:extLst>
            </p:cNvPr>
            <p:cNvSpPr/>
            <p:nvPr/>
          </p:nvSpPr>
          <p:spPr>
            <a:xfrm>
              <a:off x="3641" y="0"/>
              <a:ext cx="1964561" cy="698500"/>
            </a:xfrm>
            <a:custGeom>
              <a:avLst/>
              <a:gdLst/>
              <a:ahLst/>
              <a:cxnLst/>
              <a:rect l="l" t="t" r="r" b="b"/>
              <a:pathLst>
                <a:path w="1964561" h="698500">
                  <a:moveTo>
                    <a:pt x="1958667" y="365637"/>
                  </a:moveTo>
                  <a:lnTo>
                    <a:pt x="1774536" y="682113"/>
                  </a:lnTo>
                  <a:cubicBezTo>
                    <a:pt x="1768633" y="692258"/>
                    <a:pt x="1757780" y="698500"/>
                    <a:pt x="1746042" y="698500"/>
                  </a:cubicBezTo>
                  <a:lnTo>
                    <a:pt x="218518" y="698500"/>
                  </a:lnTo>
                  <a:cubicBezTo>
                    <a:pt x="206780" y="698500"/>
                    <a:pt x="195928" y="692258"/>
                    <a:pt x="190025" y="682113"/>
                  </a:cubicBezTo>
                  <a:lnTo>
                    <a:pt x="5893" y="365637"/>
                  </a:lnTo>
                  <a:cubicBezTo>
                    <a:pt x="0" y="355507"/>
                    <a:pt x="0" y="342993"/>
                    <a:pt x="5893" y="332863"/>
                  </a:cubicBezTo>
                  <a:lnTo>
                    <a:pt x="190025" y="16387"/>
                  </a:lnTo>
                  <a:cubicBezTo>
                    <a:pt x="195928" y="6242"/>
                    <a:pt x="206780" y="0"/>
                    <a:pt x="218518" y="0"/>
                  </a:cubicBezTo>
                  <a:lnTo>
                    <a:pt x="1746042" y="0"/>
                  </a:lnTo>
                  <a:cubicBezTo>
                    <a:pt x="1757780" y="0"/>
                    <a:pt x="1768633" y="6242"/>
                    <a:pt x="1774536" y="16387"/>
                  </a:cubicBezTo>
                  <a:lnTo>
                    <a:pt x="1958667" y="332863"/>
                  </a:lnTo>
                  <a:cubicBezTo>
                    <a:pt x="1964561" y="342993"/>
                    <a:pt x="1964561" y="355507"/>
                    <a:pt x="1958667" y="365637"/>
                  </a:cubicBezTo>
                  <a:close/>
                </a:path>
              </a:pathLst>
            </a:custGeom>
            <a:solidFill>
              <a:srgbClr val="EDF0EF"/>
            </a:solidFill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A14C2D35-514E-782F-AB04-52DD9017304D}"/>
                </a:ext>
              </a:extLst>
            </p:cNvPr>
            <p:cNvSpPr txBox="1"/>
            <p:nvPr/>
          </p:nvSpPr>
          <p:spPr>
            <a:xfrm>
              <a:off x="114300" y="-38100"/>
              <a:ext cx="17432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D949F4E9-F92C-2EC6-66B6-D36661934BF7}"/>
              </a:ext>
            </a:extLst>
          </p:cNvPr>
          <p:cNvGrpSpPr/>
          <p:nvPr/>
        </p:nvGrpSpPr>
        <p:grpSpPr>
          <a:xfrm>
            <a:off x="16114797" y="3769333"/>
            <a:ext cx="5377240" cy="8326942"/>
            <a:chOff x="0" y="0"/>
            <a:chExt cx="451066" cy="69850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5B4690F2-088A-C5AD-5151-46881989C6CB}"/>
                </a:ext>
              </a:extLst>
            </p:cNvPr>
            <p:cNvSpPr/>
            <p:nvPr/>
          </p:nvSpPr>
          <p:spPr>
            <a:xfrm>
              <a:off x="6912" y="0"/>
              <a:ext cx="437243" cy="698500"/>
            </a:xfrm>
            <a:custGeom>
              <a:avLst/>
              <a:gdLst/>
              <a:ahLst/>
              <a:cxnLst/>
              <a:rect l="l" t="t" r="r" b="b"/>
              <a:pathLst>
                <a:path w="437243" h="698500">
                  <a:moveTo>
                    <a:pt x="426053" y="380361"/>
                  </a:moveTo>
                  <a:lnTo>
                    <a:pt x="252185" y="679196"/>
                  </a:lnTo>
                  <a:cubicBezTo>
                    <a:pt x="245232" y="691148"/>
                    <a:pt x="232448" y="698500"/>
                    <a:pt x="218621" y="698500"/>
                  </a:cubicBezTo>
                  <a:lnTo>
                    <a:pt x="218621" y="698500"/>
                  </a:lnTo>
                  <a:cubicBezTo>
                    <a:pt x="204794" y="698500"/>
                    <a:pt x="192010" y="691148"/>
                    <a:pt x="185057" y="679196"/>
                  </a:cubicBezTo>
                  <a:lnTo>
                    <a:pt x="11189" y="380361"/>
                  </a:lnTo>
                  <a:cubicBezTo>
                    <a:pt x="0" y="361130"/>
                    <a:pt x="0" y="337370"/>
                    <a:pt x="11189" y="318139"/>
                  </a:cubicBezTo>
                  <a:lnTo>
                    <a:pt x="185057" y="19304"/>
                  </a:lnTo>
                  <a:cubicBezTo>
                    <a:pt x="192010" y="7352"/>
                    <a:pt x="204794" y="0"/>
                    <a:pt x="218621" y="0"/>
                  </a:cubicBezTo>
                  <a:lnTo>
                    <a:pt x="218621" y="0"/>
                  </a:lnTo>
                  <a:cubicBezTo>
                    <a:pt x="232448" y="0"/>
                    <a:pt x="245232" y="7352"/>
                    <a:pt x="252185" y="19304"/>
                  </a:cubicBezTo>
                  <a:lnTo>
                    <a:pt x="426053" y="318139"/>
                  </a:lnTo>
                  <a:cubicBezTo>
                    <a:pt x="437242" y="337370"/>
                    <a:pt x="437242" y="361130"/>
                    <a:pt x="426053" y="380361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D5B286EE-7CA7-49C8-EADC-8849B9CC4241}"/>
                </a:ext>
              </a:extLst>
            </p:cNvPr>
            <p:cNvSpPr txBox="1"/>
            <p:nvPr/>
          </p:nvSpPr>
          <p:spPr>
            <a:xfrm>
              <a:off x="114300" y="-38100"/>
              <a:ext cx="222466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Freeform 35">
            <a:extLst>
              <a:ext uri="{FF2B5EF4-FFF2-40B4-BE49-F238E27FC236}">
                <a16:creationId xmlns:a16="http://schemas.microsoft.com/office/drawing/2014/main" id="{2CB6F344-9FF3-723B-0602-D0065185EACA}"/>
              </a:ext>
            </a:extLst>
          </p:cNvPr>
          <p:cNvSpPr/>
          <p:nvPr/>
        </p:nvSpPr>
        <p:spPr>
          <a:xfrm>
            <a:off x="17031166" y="7840127"/>
            <a:ext cx="741417" cy="185354"/>
          </a:xfrm>
          <a:custGeom>
            <a:avLst/>
            <a:gdLst/>
            <a:ahLst/>
            <a:cxnLst/>
            <a:rect l="l" t="t" r="r" b="b"/>
            <a:pathLst>
              <a:path w="741417" h="185354">
                <a:moveTo>
                  <a:pt x="0" y="0"/>
                </a:moveTo>
                <a:lnTo>
                  <a:pt x="741417" y="0"/>
                </a:lnTo>
                <a:lnTo>
                  <a:pt x="741417" y="185354"/>
                </a:lnTo>
                <a:lnTo>
                  <a:pt x="0" y="1853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37" name="Group 37">
            <a:extLst>
              <a:ext uri="{FF2B5EF4-FFF2-40B4-BE49-F238E27FC236}">
                <a16:creationId xmlns:a16="http://schemas.microsoft.com/office/drawing/2014/main" id="{952673DB-FBBA-485F-BCD7-538AAE25DF78}"/>
              </a:ext>
            </a:extLst>
          </p:cNvPr>
          <p:cNvGrpSpPr/>
          <p:nvPr/>
        </p:nvGrpSpPr>
        <p:grpSpPr>
          <a:xfrm>
            <a:off x="16220702" y="-2580760"/>
            <a:ext cx="5165430" cy="4745458"/>
            <a:chOff x="0" y="0"/>
            <a:chExt cx="760317" cy="6985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4452237D-3E45-D006-F6A3-9309BBB47835}"/>
                </a:ext>
              </a:extLst>
            </p:cNvPr>
            <p:cNvSpPr/>
            <p:nvPr/>
          </p:nvSpPr>
          <p:spPr>
            <a:xfrm>
              <a:off x="7195" y="0"/>
              <a:ext cx="745927" cy="698500"/>
            </a:xfrm>
            <a:custGeom>
              <a:avLst/>
              <a:gdLst/>
              <a:ahLst/>
              <a:cxnLst/>
              <a:rect l="l" t="t" r="r" b="b"/>
              <a:pathLst>
                <a:path w="745927" h="698500">
                  <a:moveTo>
                    <a:pt x="734279" y="381637"/>
                  </a:moveTo>
                  <a:lnTo>
                    <a:pt x="568765" y="666113"/>
                  </a:lnTo>
                  <a:cubicBezTo>
                    <a:pt x="557099" y="686164"/>
                    <a:pt x="535651" y="698500"/>
                    <a:pt x="512452" y="698500"/>
                  </a:cubicBezTo>
                  <a:lnTo>
                    <a:pt x="233475" y="698500"/>
                  </a:lnTo>
                  <a:cubicBezTo>
                    <a:pt x="210276" y="698500"/>
                    <a:pt x="188828" y="686164"/>
                    <a:pt x="177162" y="666113"/>
                  </a:cubicBezTo>
                  <a:lnTo>
                    <a:pt x="11648" y="381637"/>
                  </a:lnTo>
                  <a:cubicBezTo>
                    <a:pt x="0" y="361617"/>
                    <a:pt x="0" y="336883"/>
                    <a:pt x="11648" y="316863"/>
                  </a:cubicBezTo>
                  <a:lnTo>
                    <a:pt x="177162" y="32387"/>
                  </a:lnTo>
                  <a:cubicBezTo>
                    <a:pt x="188828" y="12336"/>
                    <a:pt x="210276" y="0"/>
                    <a:pt x="233475" y="0"/>
                  </a:cubicBezTo>
                  <a:lnTo>
                    <a:pt x="512452" y="0"/>
                  </a:lnTo>
                  <a:cubicBezTo>
                    <a:pt x="535651" y="0"/>
                    <a:pt x="557099" y="12336"/>
                    <a:pt x="568765" y="32387"/>
                  </a:cubicBezTo>
                  <a:lnTo>
                    <a:pt x="734279" y="316863"/>
                  </a:lnTo>
                  <a:cubicBezTo>
                    <a:pt x="745927" y="336883"/>
                    <a:pt x="745927" y="361617"/>
                    <a:pt x="734279" y="381637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72B42383-6526-5062-0ABB-DF2ABEFA73E8}"/>
                </a:ext>
              </a:extLst>
            </p:cNvPr>
            <p:cNvSpPr txBox="1"/>
            <p:nvPr/>
          </p:nvSpPr>
          <p:spPr>
            <a:xfrm>
              <a:off x="114300" y="-38100"/>
              <a:ext cx="531717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0" name="Group 40">
            <a:extLst>
              <a:ext uri="{FF2B5EF4-FFF2-40B4-BE49-F238E27FC236}">
                <a16:creationId xmlns:a16="http://schemas.microsoft.com/office/drawing/2014/main" id="{F5A9E292-B0B4-615D-1106-97F9A6C88E57}"/>
              </a:ext>
            </a:extLst>
          </p:cNvPr>
          <p:cNvGrpSpPr/>
          <p:nvPr/>
        </p:nvGrpSpPr>
        <p:grpSpPr>
          <a:xfrm>
            <a:off x="-2778264" y="-1453663"/>
            <a:ext cx="12306745" cy="1807616"/>
            <a:chOff x="0" y="0"/>
            <a:chExt cx="4093849" cy="698500"/>
          </a:xfrm>
        </p:grpSpPr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4EAE2878-A031-8C8B-B3B1-E923EA7C3559}"/>
                </a:ext>
              </a:extLst>
            </p:cNvPr>
            <p:cNvSpPr/>
            <p:nvPr/>
          </p:nvSpPr>
          <p:spPr>
            <a:xfrm>
              <a:off x="3020" y="0"/>
              <a:ext cx="4087809" cy="698500"/>
            </a:xfrm>
            <a:custGeom>
              <a:avLst/>
              <a:gdLst/>
              <a:ahLst/>
              <a:cxnLst/>
              <a:rect l="l" t="t" r="r" b="b"/>
              <a:pathLst>
                <a:path w="4087809" h="698500">
                  <a:moveTo>
                    <a:pt x="4082920" y="362844"/>
                  </a:moveTo>
                  <a:lnTo>
                    <a:pt x="3895537" y="684906"/>
                  </a:lnTo>
                  <a:cubicBezTo>
                    <a:pt x="3890641" y="693323"/>
                    <a:pt x="3881639" y="698500"/>
                    <a:pt x="3871902" y="698500"/>
                  </a:cubicBezTo>
                  <a:lnTo>
                    <a:pt x="215907" y="698500"/>
                  </a:lnTo>
                  <a:cubicBezTo>
                    <a:pt x="206170" y="698500"/>
                    <a:pt x="197168" y="693323"/>
                    <a:pt x="192271" y="684906"/>
                  </a:cubicBezTo>
                  <a:lnTo>
                    <a:pt x="4889" y="362844"/>
                  </a:lnTo>
                  <a:cubicBezTo>
                    <a:pt x="0" y="354441"/>
                    <a:pt x="0" y="344059"/>
                    <a:pt x="4889" y="335656"/>
                  </a:cubicBezTo>
                  <a:lnTo>
                    <a:pt x="192271" y="13594"/>
                  </a:lnTo>
                  <a:cubicBezTo>
                    <a:pt x="197168" y="5178"/>
                    <a:pt x="206170" y="0"/>
                    <a:pt x="215907" y="0"/>
                  </a:cubicBezTo>
                  <a:lnTo>
                    <a:pt x="3871902" y="0"/>
                  </a:lnTo>
                  <a:cubicBezTo>
                    <a:pt x="3881639" y="0"/>
                    <a:pt x="3890641" y="5178"/>
                    <a:pt x="3895537" y="13594"/>
                  </a:cubicBezTo>
                  <a:lnTo>
                    <a:pt x="4082920" y="335656"/>
                  </a:lnTo>
                  <a:cubicBezTo>
                    <a:pt x="4087809" y="344059"/>
                    <a:pt x="4087809" y="354441"/>
                    <a:pt x="4082920" y="362844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2" name="TextBox 42">
              <a:extLst>
                <a:ext uri="{FF2B5EF4-FFF2-40B4-BE49-F238E27FC236}">
                  <a16:creationId xmlns:a16="http://schemas.microsoft.com/office/drawing/2014/main" id="{82ADEA92-3BCA-E6B8-1C95-CA5999642136}"/>
                </a:ext>
              </a:extLst>
            </p:cNvPr>
            <p:cNvSpPr txBox="1"/>
            <p:nvPr/>
          </p:nvSpPr>
          <p:spPr>
            <a:xfrm>
              <a:off x="114300" y="-38100"/>
              <a:ext cx="3865249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21C97EC-A85B-CCA1-F96E-A78E0E712F07}"/>
              </a:ext>
            </a:extLst>
          </p:cNvPr>
          <p:cNvSpPr txBox="1"/>
          <p:nvPr/>
        </p:nvSpPr>
        <p:spPr>
          <a:xfrm>
            <a:off x="241990" y="374289"/>
            <a:ext cx="411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D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25CE8E-1463-FC85-D118-B7A9F567D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886" y="1420825"/>
            <a:ext cx="7975732" cy="8279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compact and affordable ASRS prototype integrated with conveyor belt and color-sorting functionality with faulting detection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sensor-based automation (IR, ultrasonic, and TCS3200) for object detection and color classification .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 practical learning platform for automation, instrumentation, and mechatronics applications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179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1">
            <a:extLst>
              <a:ext uri="{FF2B5EF4-FFF2-40B4-BE49-F238E27FC236}">
                <a16:creationId xmlns:a16="http://schemas.microsoft.com/office/drawing/2014/main" id="{030F005B-88DC-147E-40A5-AA91D01C3B1D}"/>
              </a:ext>
            </a:extLst>
          </p:cNvPr>
          <p:cNvSpPr/>
          <p:nvPr/>
        </p:nvSpPr>
        <p:spPr>
          <a:xfrm>
            <a:off x="-2769185" y="-1453663"/>
            <a:ext cx="12288588" cy="1807616"/>
          </a:xfrm>
          <a:custGeom>
            <a:avLst/>
            <a:gdLst/>
            <a:ahLst/>
            <a:cxnLst/>
            <a:rect l="l" t="t" r="r" b="b"/>
            <a:pathLst>
              <a:path w="4087809" h="698500">
                <a:moveTo>
                  <a:pt x="4082920" y="362844"/>
                </a:moveTo>
                <a:lnTo>
                  <a:pt x="3895537" y="684906"/>
                </a:lnTo>
                <a:cubicBezTo>
                  <a:pt x="3890641" y="693323"/>
                  <a:pt x="3881639" y="698500"/>
                  <a:pt x="3871902" y="698500"/>
                </a:cubicBezTo>
                <a:lnTo>
                  <a:pt x="215907" y="698500"/>
                </a:lnTo>
                <a:cubicBezTo>
                  <a:pt x="206170" y="698500"/>
                  <a:pt x="197168" y="693323"/>
                  <a:pt x="192271" y="684906"/>
                </a:cubicBezTo>
                <a:lnTo>
                  <a:pt x="4889" y="362844"/>
                </a:lnTo>
                <a:cubicBezTo>
                  <a:pt x="0" y="354441"/>
                  <a:pt x="0" y="344059"/>
                  <a:pt x="4889" y="335656"/>
                </a:cubicBezTo>
                <a:lnTo>
                  <a:pt x="192271" y="13594"/>
                </a:lnTo>
                <a:cubicBezTo>
                  <a:pt x="197168" y="5178"/>
                  <a:pt x="206170" y="0"/>
                  <a:pt x="215907" y="0"/>
                </a:cubicBezTo>
                <a:lnTo>
                  <a:pt x="3871902" y="0"/>
                </a:lnTo>
                <a:cubicBezTo>
                  <a:pt x="3881639" y="0"/>
                  <a:pt x="3890641" y="5178"/>
                  <a:pt x="3895537" y="13594"/>
                </a:cubicBezTo>
                <a:lnTo>
                  <a:pt x="4082920" y="335656"/>
                </a:lnTo>
                <a:cubicBezTo>
                  <a:pt x="4087809" y="344059"/>
                  <a:pt x="4087809" y="354441"/>
                  <a:pt x="4082920" y="362844"/>
                </a:cubicBezTo>
                <a:close/>
              </a:path>
            </a:pathLst>
          </a:custGeom>
          <a:solidFill>
            <a:srgbClr val="0097B2"/>
          </a:solidFill>
        </p:spPr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DA9764-909A-A187-3057-AF9C56F2916C}"/>
              </a:ext>
            </a:extLst>
          </p:cNvPr>
          <p:cNvGrpSpPr/>
          <p:nvPr/>
        </p:nvGrpSpPr>
        <p:grpSpPr>
          <a:xfrm>
            <a:off x="16220702" y="-2580760"/>
            <a:ext cx="5165430" cy="4820441"/>
            <a:chOff x="16220702" y="-2580760"/>
            <a:chExt cx="5165430" cy="4820441"/>
          </a:xfrm>
        </p:grpSpPr>
        <p:grpSp>
          <p:nvGrpSpPr>
            <p:cNvPr id="3" name="Group 37">
              <a:extLst>
                <a:ext uri="{FF2B5EF4-FFF2-40B4-BE49-F238E27FC236}">
                  <a16:creationId xmlns:a16="http://schemas.microsoft.com/office/drawing/2014/main" id="{4BEEDA4D-86DC-8573-279E-1A5347EB431F}"/>
                </a:ext>
              </a:extLst>
            </p:cNvPr>
            <p:cNvGrpSpPr/>
            <p:nvPr/>
          </p:nvGrpSpPr>
          <p:grpSpPr>
            <a:xfrm>
              <a:off x="16220702" y="-2580760"/>
              <a:ext cx="5165430" cy="4745458"/>
              <a:chOff x="0" y="0"/>
              <a:chExt cx="760317" cy="698500"/>
            </a:xfrm>
          </p:grpSpPr>
          <p:sp>
            <p:nvSpPr>
              <p:cNvPr id="4" name="Freeform 38">
                <a:extLst>
                  <a:ext uri="{FF2B5EF4-FFF2-40B4-BE49-F238E27FC236}">
                    <a16:creationId xmlns:a16="http://schemas.microsoft.com/office/drawing/2014/main" id="{3A60F498-B318-2429-CBD4-535C2566D3E9}"/>
                  </a:ext>
                </a:extLst>
              </p:cNvPr>
              <p:cNvSpPr/>
              <p:nvPr/>
            </p:nvSpPr>
            <p:spPr>
              <a:xfrm>
                <a:off x="7195" y="0"/>
                <a:ext cx="745927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745927" h="698500">
                    <a:moveTo>
                      <a:pt x="734279" y="381637"/>
                    </a:moveTo>
                    <a:lnTo>
                      <a:pt x="568765" y="666113"/>
                    </a:lnTo>
                    <a:cubicBezTo>
                      <a:pt x="557099" y="686164"/>
                      <a:pt x="535651" y="698500"/>
                      <a:pt x="512452" y="698500"/>
                    </a:cubicBezTo>
                    <a:lnTo>
                      <a:pt x="233475" y="698500"/>
                    </a:lnTo>
                    <a:cubicBezTo>
                      <a:pt x="210276" y="698500"/>
                      <a:pt x="188828" y="686164"/>
                      <a:pt x="177162" y="666113"/>
                    </a:cubicBezTo>
                    <a:lnTo>
                      <a:pt x="11648" y="381637"/>
                    </a:lnTo>
                    <a:cubicBezTo>
                      <a:pt x="0" y="361617"/>
                      <a:pt x="0" y="336883"/>
                      <a:pt x="11648" y="316863"/>
                    </a:cubicBezTo>
                    <a:lnTo>
                      <a:pt x="177162" y="32387"/>
                    </a:lnTo>
                    <a:cubicBezTo>
                      <a:pt x="188828" y="12336"/>
                      <a:pt x="210276" y="0"/>
                      <a:pt x="233475" y="0"/>
                    </a:cubicBezTo>
                    <a:lnTo>
                      <a:pt x="512452" y="0"/>
                    </a:lnTo>
                    <a:cubicBezTo>
                      <a:pt x="535651" y="0"/>
                      <a:pt x="557099" y="12336"/>
                      <a:pt x="568765" y="32387"/>
                    </a:cubicBezTo>
                    <a:lnTo>
                      <a:pt x="734279" y="316863"/>
                    </a:lnTo>
                    <a:cubicBezTo>
                      <a:pt x="745927" y="336883"/>
                      <a:pt x="745927" y="361617"/>
                      <a:pt x="734279" y="38163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5" name="TextBox 39">
                <a:extLst>
                  <a:ext uri="{FF2B5EF4-FFF2-40B4-BE49-F238E27FC236}">
                    <a16:creationId xmlns:a16="http://schemas.microsoft.com/office/drawing/2014/main" id="{B85A36BC-5984-2524-098C-263AD9D8A4C5}"/>
                  </a:ext>
                </a:extLst>
              </p:cNvPr>
              <p:cNvSpPr txBox="1"/>
              <p:nvPr/>
            </p:nvSpPr>
            <p:spPr>
              <a:xfrm>
                <a:off x="114300" y="-38100"/>
                <a:ext cx="531717" cy="73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17">
              <a:extLst>
                <a:ext uri="{FF2B5EF4-FFF2-40B4-BE49-F238E27FC236}">
                  <a16:creationId xmlns:a16="http://schemas.microsoft.com/office/drawing/2014/main" id="{BA15A212-2EB7-5869-A593-C33BADDF0DB8}"/>
                </a:ext>
              </a:extLst>
            </p:cNvPr>
            <p:cNvGrpSpPr/>
            <p:nvPr/>
          </p:nvGrpSpPr>
          <p:grpSpPr>
            <a:xfrm>
              <a:off x="16535400" y="-2239681"/>
              <a:ext cx="4285074" cy="4479362"/>
              <a:chOff x="0" y="0"/>
              <a:chExt cx="668203" cy="698500"/>
            </a:xfrm>
          </p:grpSpPr>
          <p:sp>
            <p:nvSpPr>
              <p:cNvPr id="7" name="Freeform 18">
                <a:extLst>
                  <a:ext uri="{FF2B5EF4-FFF2-40B4-BE49-F238E27FC236}">
                    <a16:creationId xmlns:a16="http://schemas.microsoft.com/office/drawing/2014/main" id="{D2E2F9FB-900E-EC18-4A4E-FB5A106BB4E6}"/>
                  </a:ext>
                </a:extLst>
              </p:cNvPr>
              <p:cNvSpPr/>
              <p:nvPr/>
            </p:nvSpPr>
            <p:spPr>
              <a:xfrm>
                <a:off x="8673" y="0"/>
                <a:ext cx="650857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650857" h="698500">
                    <a:moveTo>
                      <a:pt x="636816" y="388291"/>
                    </a:moveTo>
                    <a:lnTo>
                      <a:pt x="479045" y="659459"/>
                    </a:lnTo>
                    <a:cubicBezTo>
                      <a:pt x="464982" y="683630"/>
                      <a:pt x="439127" y="698500"/>
                      <a:pt x="411162" y="698500"/>
                    </a:cubicBezTo>
                    <a:lnTo>
                      <a:pt x="239695" y="698500"/>
                    </a:lnTo>
                    <a:cubicBezTo>
                      <a:pt x="211730" y="698500"/>
                      <a:pt x="185875" y="683630"/>
                      <a:pt x="171812" y="659459"/>
                    </a:cubicBezTo>
                    <a:lnTo>
                      <a:pt x="14042" y="388291"/>
                    </a:lnTo>
                    <a:cubicBezTo>
                      <a:pt x="0" y="364157"/>
                      <a:pt x="0" y="334343"/>
                      <a:pt x="14042" y="310209"/>
                    </a:cubicBezTo>
                    <a:lnTo>
                      <a:pt x="171812" y="39041"/>
                    </a:lnTo>
                    <a:cubicBezTo>
                      <a:pt x="185875" y="14870"/>
                      <a:pt x="211730" y="0"/>
                      <a:pt x="239695" y="0"/>
                    </a:cubicBezTo>
                    <a:lnTo>
                      <a:pt x="411162" y="0"/>
                    </a:lnTo>
                    <a:cubicBezTo>
                      <a:pt x="439127" y="0"/>
                      <a:pt x="464982" y="14870"/>
                      <a:pt x="479045" y="39041"/>
                    </a:cubicBezTo>
                    <a:lnTo>
                      <a:pt x="636816" y="310209"/>
                    </a:lnTo>
                    <a:cubicBezTo>
                      <a:pt x="650857" y="334343"/>
                      <a:pt x="650857" y="364157"/>
                      <a:pt x="636816" y="388291"/>
                    </a:cubicBezTo>
                    <a:close/>
                  </a:path>
                </a:pathLst>
              </a:custGeom>
              <a:solidFill>
                <a:srgbClr val="0097B2"/>
              </a:solidFill>
            </p:spPr>
          </p:sp>
          <p:sp>
            <p:nvSpPr>
              <p:cNvPr id="8" name="TextBox 19">
                <a:extLst>
                  <a:ext uri="{FF2B5EF4-FFF2-40B4-BE49-F238E27FC236}">
                    <a16:creationId xmlns:a16="http://schemas.microsoft.com/office/drawing/2014/main" id="{366E7044-7676-C9A2-6392-8BC65DA22D33}"/>
                  </a:ext>
                </a:extLst>
              </p:cNvPr>
              <p:cNvSpPr txBox="1"/>
              <p:nvPr/>
            </p:nvSpPr>
            <p:spPr>
              <a:xfrm>
                <a:off x="114300" y="-38100"/>
                <a:ext cx="439603" cy="73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6016006D-A123-4103-434C-5A1C97DCB78C}"/>
              </a:ext>
            </a:extLst>
          </p:cNvPr>
          <p:cNvSpPr txBox="1">
            <a:spLocks/>
          </p:cNvSpPr>
          <p:nvPr/>
        </p:nvSpPr>
        <p:spPr>
          <a:xfrm>
            <a:off x="-2057400" y="647700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1F47D14C-2FDB-5742-CF5E-90A99AB3FB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32314"/>
              </p:ext>
            </p:extLst>
          </p:nvPr>
        </p:nvGraphicFramePr>
        <p:xfrm>
          <a:off x="1600200" y="2226019"/>
          <a:ext cx="14325600" cy="54509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100020">
                  <a:extLst>
                    <a:ext uri="{9D8B030D-6E8A-4147-A177-3AD203B41FA5}">
                      <a16:colId xmlns:a16="http://schemas.microsoft.com/office/drawing/2014/main" val="4161754948"/>
                    </a:ext>
                  </a:extLst>
                </a:gridCol>
                <a:gridCol w="9225580">
                  <a:extLst>
                    <a:ext uri="{9D8B030D-6E8A-4147-A177-3AD203B41FA5}">
                      <a16:colId xmlns:a16="http://schemas.microsoft.com/office/drawing/2014/main" val="101376324"/>
                    </a:ext>
                  </a:extLst>
                </a:gridCol>
              </a:tblGrid>
              <a:tr h="65720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References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Key Findings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332993"/>
                  </a:ext>
                </a:extLst>
              </a:tr>
              <a:tr h="11984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(Choy et al., 2021)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Demonstrated ASRS can improve accuracy, reduce costs, and optimize space utilization in warehouses..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7802618"/>
                  </a:ext>
                </a:extLst>
              </a:tr>
              <a:tr h="11984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(Kumar &amp; Balamurugan, 2020)]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Developed an Arduino-based ASRS prototype with conveyor and robotic components for low-cost automation..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0476178"/>
                  </a:ext>
                </a:extLst>
              </a:tr>
              <a:tr h="11984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(Khan &amp; Ali, 2019)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Created a color sorting system using TCS3200 sensor and Arduino to distinguish objects by RGB values..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1486733"/>
                  </a:ext>
                </a:extLst>
              </a:tr>
              <a:tr h="11984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(Singh et al., 2020)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Applied color sensors in conveyor-based automation for packaging industry object sorting.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1878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7615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1">
            <a:extLst>
              <a:ext uri="{FF2B5EF4-FFF2-40B4-BE49-F238E27FC236}">
                <a16:creationId xmlns:a16="http://schemas.microsoft.com/office/drawing/2014/main" id="{9D17E6C9-B6B2-4C26-2239-9F1918973068}"/>
              </a:ext>
            </a:extLst>
          </p:cNvPr>
          <p:cNvSpPr/>
          <p:nvPr/>
        </p:nvSpPr>
        <p:spPr>
          <a:xfrm>
            <a:off x="-2769185" y="-1453663"/>
            <a:ext cx="12288588" cy="1807616"/>
          </a:xfrm>
          <a:custGeom>
            <a:avLst/>
            <a:gdLst/>
            <a:ahLst/>
            <a:cxnLst/>
            <a:rect l="l" t="t" r="r" b="b"/>
            <a:pathLst>
              <a:path w="4087809" h="698500">
                <a:moveTo>
                  <a:pt x="4082920" y="362844"/>
                </a:moveTo>
                <a:lnTo>
                  <a:pt x="3895537" y="684906"/>
                </a:lnTo>
                <a:cubicBezTo>
                  <a:pt x="3890641" y="693323"/>
                  <a:pt x="3881639" y="698500"/>
                  <a:pt x="3871902" y="698500"/>
                </a:cubicBezTo>
                <a:lnTo>
                  <a:pt x="215907" y="698500"/>
                </a:lnTo>
                <a:cubicBezTo>
                  <a:pt x="206170" y="698500"/>
                  <a:pt x="197168" y="693323"/>
                  <a:pt x="192271" y="684906"/>
                </a:cubicBezTo>
                <a:lnTo>
                  <a:pt x="4889" y="362844"/>
                </a:lnTo>
                <a:cubicBezTo>
                  <a:pt x="0" y="354441"/>
                  <a:pt x="0" y="344059"/>
                  <a:pt x="4889" y="335656"/>
                </a:cubicBezTo>
                <a:lnTo>
                  <a:pt x="192271" y="13594"/>
                </a:lnTo>
                <a:cubicBezTo>
                  <a:pt x="197168" y="5178"/>
                  <a:pt x="206170" y="0"/>
                  <a:pt x="215907" y="0"/>
                </a:cubicBezTo>
                <a:lnTo>
                  <a:pt x="3871902" y="0"/>
                </a:lnTo>
                <a:cubicBezTo>
                  <a:pt x="3881639" y="0"/>
                  <a:pt x="3890641" y="5178"/>
                  <a:pt x="3895537" y="13594"/>
                </a:cubicBezTo>
                <a:lnTo>
                  <a:pt x="4082920" y="335656"/>
                </a:lnTo>
                <a:cubicBezTo>
                  <a:pt x="4087809" y="344059"/>
                  <a:pt x="4087809" y="354441"/>
                  <a:pt x="4082920" y="362844"/>
                </a:cubicBezTo>
                <a:close/>
              </a:path>
            </a:pathLst>
          </a:custGeom>
          <a:solidFill>
            <a:srgbClr val="0097B2"/>
          </a:solidFill>
        </p:spPr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8F90FCE-61C2-6856-D5B0-E861FB4E23AD}"/>
              </a:ext>
            </a:extLst>
          </p:cNvPr>
          <p:cNvGrpSpPr/>
          <p:nvPr/>
        </p:nvGrpSpPr>
        <p:grpSpPr>
          <a:xfrm>
            <a:off x="16220702" y="-2580760"/>
            <a:ext cx="5165430" cy="4820441"/>
            <a:chOff x="16220702" y="-2580760"/>
            <a:chExt cx="5165430" cy="4820441"/>
          </a:xfrm>
        </p:grpSpPr>
        <p:grpSp>
          <p:nvGrpSpPr>
            <p:cNvPr id="4" name="Group 37">
              <a:extLst>
                <a:ext uri="{FF2B5EF4-FFF2-40B4-BE49-F238E27FC236}">
                  <a16:creationId xmlns:a16="http://schemas.microsoft.com/office/drawing/2014/main" id="{7380C159-4301-22C5-2AC2-7267EFA029A4}"/>
                </a:ext>
              </a:extLst>
            </p:cNvPr>
            <p:cNvGrpSpPr/>
            <p:nvPr/>
          </p:nvGrpSpPr>
          <p:grpSpPr>
            <a:xfrm>
              <a:off x="16220702" y="-2580760"/>
              <a:ext cx="5165430" cy="4745458"/>
              <a:chOff x="0" y="0"/>
              <a:chExt cx="760317" cy="698500"/>
            </a:xfrm>
          </p:grpSpPr>
          <p:sp>
            <p:nvSpPr>
              <p:cNvPr id="8" name="Freeform 38">
                <a:extLst>
                  <a:ext uri="{FF2B5EF4-FFF2-40B4-BE49-F238E27FC236}">
                    <a16:creationId xmlns:a16="http://schemas.microsoft.com/office/drawing/2014/main" id="{DFC523BA-E12B-1CB1-259B-FAA9C266F226}"/>
                  </a:ext>
                </a:extLst>
              </p:cNvPr>
              <p:cNvSpPr/>
              <p:nvPr/>
            </p:nvSpPr>
            <p:spPr>
              <a:xfrm>
                <a:off x="7195" y="0"/>
                <a:ext cx="745927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745927" h="698500">
                    <a:moveTo>
                      <a:pt x="734279" y="381637"/>
                    </a:moveTo>
                    <a:lnTo>
                      <a:pt x="568765" y="666113"/>
                    </a:lnTo>
                    <a:cubicBezTo>
                      <a:pt x="557099" y="686164"/>
                      <a:pt x="535651" y="698500"/>
                      <a:pt x="512452" y="698500"/>
                    </a:cubicBezTo>
                    <a:lnTo>
                      <a:pt x="233475" y="698500"/>
                    </a:lnTo>
                    <a:cubicBezTo>
                      <a:pt x="210276" y="698500"/>
                      <a:pt x="188828" y="686164"/>
                      <a:pt x="177162" y="666113"/>
                    </a:cubicBezTo>
                    <a:lnTo>
                      <a:pt x="11648" y="381637"/>
                    </a:lnTo>
                    <a:cubicBezTo>
                      <a:pt x="0" y="361617"/>
                      <a:pt x="0" y="336883"/>
                      <a:pt x="11648" y="316863"/>
                    </a:cubicBezTo>
                    <a:lnTo>
                      <a:pt x="177162" y="32387"/>
                    </a:lnTo>
                    <a:cubicBezTo>
                      <a:pt x="188828" y="12336"/>
                      <a:pt x="210276" y="0"/>
                      <a:pt x="233475" y="0"/>
                    </a:cubicBezTo>
                    <a:lnTo>
                      <a:pt x="512452" y="0"/>
                    </a:lnTo>
                    <a:cubicBezTo>
                      <a:pt x="535651" y="0"/>
                      <a:pt x="557099" y="12336"/>
                      <a:pt x="568765" y="32387"/>
                    </a:cubicBezTo>
                    <a:lnTo>
                      <a:pt x="734279" y="316863"/>
                    </a:lnTo>
                    <a:cubicBezTo>
                      <a:pt x="745927" y="336883"/>
                      <a:pt x="745927" y="361617"/>
                      <a:pt x="734279" y="38163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9" name="TextBox 39">
                <a:extLst>
                  <a:ext uri="{FF2B5EF4-FFF2-40B4-BE49-F238E27FC236}">
                    <a16:creationId xmlns:a16="http://schemas.microsoft.com/office/drawing/2014/main" id="{650CBBBA-A663-E3A3-F334-1049A8B1B027}"/>
                  </a:ext>
                </a:extLst>
              </p:cNvPr>
              <p:cNvSpPr txBox="1"/>
              <p:nvPr/>
            </p:nvSpPr>
            <p:spPr>
              <a:xfrm>
                <a:off x="114300" y="-38100"/>
                <a:ext cx="531717" cy="73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5" name="Group 17">
              <a:extLst>
                <a:ext uri="{FF2B5EF4-FFF2-40B4-BE49-F238E27FC236}">
                  <a16:creationId xmlns:a16="http://schemas.microsoft.com/office/drawing/2014/main" id="{9F3C8566-FF33-9973-0709-4E45A21B55F9}"/>
                </a:ext>
              </a:extLst>
            </p:cNvPr>
            <p:cNvGrpSpPr/>
            <p:nvPr/>
          </p:nvGrpSpPr>
          <p:grpSpPr>
            <a:xfrm>
              <a:off x="16535400" y="-2239681"/>
              <a:ext cx="4285074" cy="4479362"/>
              <a:chOff x="0" y="0"/>
              <a:chExt cx="668203" cy="698500"/>
            </a:xfrm>
          </p:grpSpPr>
          <p:sp>
            <p:nvSpPr>
              <p:cNvPr id="6" name="Freeform 18">
                <a:extLst>
                  <a:ext uri="{FF2B5EF4-FFF2-40B4-BE49-F238E27FC236}">
                    <a16:creationId xmlns:a16="http://schemas.microsoft.com/office/drawing/2014/main" id="{C8A7CEDD-F679-B308-553C-BC9F95984554}"/>
                  </a:ext>
                </a:extLst>
              </p:cNvPr>
              <p:cNvSpPr/>
              <p:nvPr/>
            </p:nvSpPr>
            <p:spPr>
              <a:xfrm>
                <a:off x="8673" y="0"/>
                <a:ext cx="650857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650857" h="698500">
                    <a:moveTo>
                      <a:pt x="636816" y="388291"/>
                    </a:moveTo>
                    <a:lnTo>
                      <a:pt x="479045" y="659459"/>
                    </a:lnTo>
                    <a:cubicBezTo>
                      <a:pt x="464982" y="683630"/>
                      <a:pt x="439127" y="698500"/>
                      <a:pt x="411162" y="698500"/>
                    </a:cubicBezTo>
                    <a:lnTo>
                      <a:pt x="239695" y="698500"/>
                    </a:lnTo>
                    <a:cubicBezTo>
                      <a:pt x="211730" y="698500"/>
                      <a:pt x="185875" y="683630"/>
                      <a:pt x="171812" y="659459"/>
                    </a:cubicBezTo>
                    <a:lnTo>
                      <a:pt x="14042" y="388291"/>
                    </a:lnTo>
                    <a:cubicBezTo>
                      <a:pt x="0" y="364157"/>
                      <a:pt x="0" y="334343"/>
                      <a:pt x="14042" y="310209"/>
                    </a:cubicBezTo>
                    <a:lnTo>
                      <a:pt x="171812" y="39041"/>
                    </a:lnTo>
                    <a:cubicBezTo>
                      <a:pt x="185875" y="14870"/>
                      <a:pt x="211730" y="0"/>
                      <a:pt x="239695" y="0"/>
                    </a:cubicBezTo>
                    <a:lnTo>
                      <a:pt x="411162" y="0"/>
                    </a:lnTo>
                    <a:cubicBezTo>
                      <a:pt x="439127" y="0"/>
                      <a:pt x="464982" y="14870"/>
                      <a:pt x="479045" y="39041"/>
                    </a:cubicBezTo>
                    <a:lnTo>
                      <a:pt x="636816" y="310209"/>
                    </a:lnTo>
                    <a:cubicBezTo>
                      <a:pt x="650857" y="334343"/>
                      <a:pt x="650857" y="364157"/>
                      <a:pt x="636816" y="388291"/>
                    </a:cubicBezTo>
                    <a:close/>
                  </a:path>
                </a:pathLst>
              </a:custGeom>
              <a:solidFill>
                <a:srgbClr val="0097B2"/>
              </a:solidFill>
            </p:spPr>
          </p:sp>
          <p:sp>
            <p:nvSpPr>
              <p:cNvPr id="7" name="TextBox 19">
                <a:extLst>
                  <a:ext uri="{FF2B5EF4-FFF2-40B4-BE49-F238E27FC236}">
                    <a16:creationId xmlns:a16="http://schemas.microsoft.com/office/drawing/2014/main" id="{54BE7052-D95C-195B-5E46-0AC9351CD861}"/>
                  </a:ext>
                </a:extLst>
              </p:cNvPr>
              <p:cNvSpPr txBox="1"/>
              <p:nvPr/>
            </p:nvSpPr>
            <p:spPr>
              <a:xfrm>
                <a:off x="114300" y="-38100"/>
                <a:ext cx="439603" cy="73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0F1069EC-A18C-8F3D-8FF1-A778D290DD5C}"/>
              </a:ext>
            </a:extLst>
          </p:cNvPr>
          <p:cNvSpPr txBox="1">
            <a:spLocks/>
          </p:cNvSpPr>
          <p:nvPr/>
        </p:nvSpPr>
        <p:spPr>
          <a:xfrm>
            <a:off x="500705" y="74195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Components</a:t>
            </a:r>
          </a:p>
        </p:txBody>
      </p:sp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98BDF362-9826-109C-2D4E-410B9FB262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7697741"/>
              </p:ext>
            </p:extLst>
          </p:nvPr>
        </p:nvGraphicFramePr>
        <p:xfrm>
          <a:off x="522476" y="2455520"/>
          <a:ext cx="16182874" cy="693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26382">
                  <a:extLst>
                    <a:ext uri="{9D8B030D-6E8A-4147-A177-3AD203B41FA5}">
                      <a16:colId xmlns:a16="http://schemas.microsoft.com/office/drawing/2014/main" val="2180019138"/>
                    </a:ext>
                  </a:extLst>
                </a:gridCol>
                <a:gridCol w="7777466">
                  <a:extLst>
                    <a:ext uri="{9D8B030D-6E8A-4147-A177-3AD203B41FA5}">
                      <a16:colId xmlns:a16="http://schemas.microsoft.com/office/drawing/2014/main" val="2183180723"/>
                    </a:ext>
                  </a:extLst>
                </a:gridCol>
                <a:gridCol w="3779026">
                  <a:extLst>
                    <a:ext uri="{9D8B030D-6E8A-4147-A177-3AD203B41FA5}">
                      <a16:colId xmlns:a16="http://schemas.microsoft.com/office/drawing/2014/main" val="627821555"/>
                    </a:ext>
                  </a:extLst>
                </a:gridCol>
              </a:tblGrid>
              <a:tr h="639628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Figure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0626975"/>
                  </a:ext>
                </a:extLst>
              </a:tr>
              <a:tr h="2250475">
                <a:tc>
                  <a:txBody>
                    <a:bodyPr/>
                    <a:lstStyle/>
                    <a:p>
                      <a:pPr algn="ctr"/>
                      <a:r>
                        <a:rPr lang="en-US" sz="2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ESP32 Microcontroller</a:t>
                      </a:r>
                      <a:endParaRPr lang="en-US" sz="2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Acts as the central controller, executing logic, managing sensors, and coordinating conveyor operations.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8548756"/>
                  </a:ext>
                </a:extLst>
              </a:tr>
              <a:tr h="1939515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Servo Motor MG996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precise angular positioning for lifting, shifting, or locking items.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9493368"/>
                  </a:ext>
                </a:extLst>
              </a:tr>
              <a:tr h="2104582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Color Sensor TCS725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and identifies item colors for sorting and fault detection.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4139109"/>
                  </a:ext>
                </a:extLst>
              </a:tr>
            </a:tbl>
          </a:graphicData>
        </a:graphic>
      </p:graphicFrame>
      <p:pic>
        <p:nvPicPr>
          <p:cNvPr id="12" name="Picture 11" descr="ESP32 for IoT: A Complete Guide">
            <a:extLst>
              <a:ext uri="{FF2B5EF4-FFF2-40B4-BE49-F238E27FC236}">
                <a16:creationId xmlns:a16="http://schemas.microsoft.com/office/drawing/2014/main" id="{D49CFB09-5512-61BB-1504-EFBF48BEB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9911" y="3553584"/>
            <a:ext cx="1854794" cy="1343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 descr="Servo Motor MG996R Price in Bangladesh">
            <a:extLst>
              <a:ext uri="{FF2B5EF4-FFF2-40B4-BE49-F238E27FC236}">
                <a16:creationId xmlns:a16="http://schemas.microsoft.com/office/drawing/2014/main" id="{B9510B50-EB00-478E-8B2A-378A212AB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0255" y="5676900"/>
            <a:ext cx="1354107" cy="135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 descr="RGB Color Sensor with IR filter and ...">
            <a:extLst>
              <a:ext uri="{FF2B5EF4-FFF2-40B4-BE49-F238E27FC236}">
                <a16:creationId xmlns:a16="http://schemas.microsoft.com/office/drawing/2014/main" id="{4F014E4E-E8F7-1C9C-7C0A-9BA33AC877B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26" b="11646"/>
          <a:stretch>
            <a:fillRect/>
          </a:stretch>
        </p:blipFill>
        <p:spPr bwMode="auto">
          <a:xfrm>
            <a:off x="14393018" y="7850996"/>
            <a:ext cx="1854794" cy="132853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54524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2139F-BD93-221A-A982-F50610546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1">
            <a:extLst>
              <a:ext uri="{FF2B5EF4-FFF2-40B4-BE49-F238E27FC236}">
                <a16:creationId xmlns:a16="http://schemas.microsoft.com/office/drawing/2014/main" id="{24E7EA55-4D90-2076-2660-32E064F588CB}"/>
              </a:ext>
            </a:extLst>
          </p:cNvPr>
          <p:cNvSpPr/>
          <p:nvPr/>
        </p:nvSpPr>
        <p:spPr>
          <a:xfrm>
            <a:off x="-2769185" y="-1453663"/>
            <a:ext cx="12288588" cy="1807616"/>
          </a:xfrm>
          <a:custGeom>
            <a:avLst/>
            <a:gdLst/>
            <a:ahLst/>
            <a:cxnLst/>
            <a:rect l="l" t="t" r="r" b="b"/>
            <a:pathLst>
              <a:path w="4087809" h="698500">
                <a:moveTo>
                  <a:pt x="4082920" y="362844"/>
                </a:moveTo>
                <a:lnTo>
                  <a:pt x="3895537" y="684906"/>
                </a:lnTo>
                <a:cubicBezTo>
                  <a:pt x="3890641" y="693323"/>
                  <a:pt x="3881639" y="698500"/>
                  <a:pt x="3871902" y="698500"/>
                </a:cubicBezTo>
                <a:lnTo>
                  <a:pt x="215907" y="698500"/>
                </a:lnTo>
                <a:cubicBezTo>
                  <a:pt x="206170" y="698500"/>
                  <a:pt x="197168" y="693323"/>
                  <a:pt x="192271" y="684906"/>
                </a:cubicBezTo>
                <a:lnTo>
                  <a:pt x="4889" y="362844"/>
                </a:lnTo>
                <a:cubicBezTo>
                  <a:pt x="0" y="354441"/>
                  <a:pt x="0" y="344059"/>
                  <a:pt x="4889" y="335656"/>
                </a:cubicBezTo>
                <a:lnTo>
                  <a:pt x="192271" y="13594"/>
                </a:lnTo>
                <a:cubicBezTo>
                  <a:pt x="197168" y="5178"/>
                  <a:pt x="206170" y="0"/>
                  <a:pt x="215907" y="0"/>
                </a:cubicBezTo>
                <a:lnTo>
                  <a:pt x="3871902" y="0"/>
                </a:lnTo>
                <a:cubicBezTo>
                  <a:pt x="3881639" y="0"/>
                  <a:pt x="3890641" y="5178"/>
                  <a:pt x="3895537" y="13594"/>
                </a:cubicBezTo>
                <a:lnTo>
                  <a:pt x="4082920" y="335656"/>
                </a:lnTo>
                <a:cubicBezTo>
                  <a:pt x="4087809" y="344059"/>
                  <a:pt x="4087809" y="354441"/>
                  <a:pt x="4082920" y="362844"/>
                </a:cubicBezTo>
                <a:close/>
              </a:path>
            </a:pathLst>
          </a:custGeom>
          <a:solidFill>
            <a:srgbClr val="0097B2"/>
          </a:solidFill>
        </p:spPr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BAD1CE-7280-03A2-D3FB-AA5C560C839D}"/>
              </a:ext>
            </a:extLst>
          </p:cNvPr>
          <p:cNvGrpSpPr/>
          <p:nvPr/>
        </p:nvGrpSpPr>
        <p:grpSpPr>
          <a:xfrm>
            <a:off x="16220702" y="-2580760"/>
            <a:ext cx="5165430" cy="4820441"/>
            <a:chOff x="16220702" y="-2580760"/>
            <a:chExt cx="5165430" cy="4820441"/>
          </a:xfrm>
        </p:grpSpPr>
        <p:grpSp>
          <p:nvGrpSpPr>
            <p:cNvPr id="4" name="Group 37">
              <a:extLst>
                <a:ext uri="{FF2B5EF4-FFF2-40B4-BE49-F238E27FC236}">
                  <a16:creationId xmlns:a16="http://schemas.microsoft.com/office/drawing/2014/main" id="{9F057379-0479-82C8-5202-EC5350C3109B}"/>
                </a:ext>
              </a:extLst>
            </p:cNvPr>
            <p:cNvGrpSpPr/>
            <p:nvPr/>
          </p:nvGrpSpPr>
          <p:grpSpPr>
            <a:xfrm>
              <a:off x="16220702" y="-2580760"/>
              <a:ext cx="5165430" cy="4745458"/>
              <a:chOff x="0" y="0"/>
              <a:chExt cx="760317" cy="698500"/>
            </a:xfrm>
          </p:grpSpPr>
          <p:sp>
            <p:nvSpPr>
              <p:cNvPr id="8" name="Freeform 38">
                <a:extLst>
                  <a:ext uri="{FF2B5EF4-FFF2-40B4-BE49-F238E27FC236}">
                    <a16:creationId xmlns:a16="http://schemas.microsoft.com/office/drawing/2014/main" id="{D63D7C95-971D-7C97-C877-0A1A96650FC0}"/>
                  </a:ext>
                </a:extLst>
              </p:cNvPr>
              <p:cNvSpPr/>
              <p:nvPr/>
            </p:nvSpPr>
            <p:spPr>
              <a:xfrm>
                <a:off x="7195" y="0"/>
                <a:ext cx="745927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745927" h="698500">
                    <a:moveTo>
                      <a:pt x="734279" y="381637"/>
                    </a:moveTo>
                    <a:lnTo>
                      <a:pt x="568765" y="666113"/>
                    </a:lnTo>
                    <a:cubicBezTo>
                      <a:pt x="557099" y="686164"/>
                      <a:pt x="535651" y="698500"/>
                      <a:pt x="512452" y="698500"/>
                    </a:cubicBezTo>
                    <a:lnTo>
                      <a:pt x="233475" y="698500"/>
                    </a:lnTo>
                    <a:cubicBezTo>
                      <a:pt x="210276" y="698500"/>
                      <a:pt x="188828" y="686164"/>
                      <a:pt x="177162" y="666113"/>
                    </a:cubicBezTo>
                    <a:lnTo>
                      <a:pt x="11648" y="381637"/>
                    </a:lnTo>
                    <a:cubicBezTo>
                      <a:pt x="0" y="361617"/>
                      <a:pt x="0" y="336883"/>
                      <a:pt x="11648" y="316863"/>
                    </a:cubicBezTo>
                    <a:lnTo>
                      <a:pt x="177162" y="32387"/>
                    </a:lnTo>
                    <a:cubicBezTo>
                      <a:pt x="188828" y="12336"/>
                      <a:pt x="210276" y="0"/>
                      <a:pt x="233475" y="0"/>
                    </a:cubicBezTo>
                    <a:lnTo>
                      <a:pt x="512452" y="0"/>
                    </a:lnTo>
                    <a:cubicBezTo>
                      <a:pt x="535651" y="0"/>
                      <a:pt x="557099" y="12336"/>
                      <a:pt x="568765" y="32387"/>
                    </a:cubicBezTo>
                    <a:lnTo>
                      <a:pt x="734279" y="316863"/>
                    </a:lnTo>
                    <a:cubicBezTo>
                      <a:pt x="745927" y="336883"/>
                      <a:pt x="745927" y="361617"/>
                      <a:pt x="734279" y="38163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9" name="TextBox 39">
                <a:extLst>
                  <a:ext uri="{FF2B5EF4-FFF2-40B4-BE49-F238E27FC236}">
                    <a16:creationId xmlns:a16="http://schemas.microsoft.com/office/drawing/2014/main" id="{EA6478B8-1555-7EFC-31A8-6F16E2BE4616}"/>
                  </a:ext>
                </a:extLst>
              </p:cNvPr>
              <p:cNvSpPr txBox="1"/>
              <p:nvPr/>
            </p:nvSpPr>
            <p:spPr>
              <a:xfrm>
                <a:off x="114300" y="-38100"/>
                <a:ext cx="531717" cy="73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5" name="Group 17">
              <a:extLst>
                <a:ext uri="{FF2B5EF4-FFF2-40B4-BE49-F238E27FC236}">
                  <a16:creationId xmlns:a16="http://schemas.microsoft.com/office/drawing/2014/main" id="{019347DC-38E3-06C0-0A29-3A7EA72FDFBD}"/>
                </a:ext>
              </a:extLst>
            </p:cNvPr>
            <p:cNvGrpSpPr/>
            <p:nvPr/>
          </p:nvGrpSpPr>
          <p:grpSpPr>
            <a:xfrm>
              <a:off x="16535400" y="-2239681"/>
              <a:ext cx="4285074" cy="4479362"/>
              <a:chOff x="0" y="0"/>
              <a:chExt cx="668203" cy="698500"/>
            </a:xfrm>
          </p:grpSpPr>
          <p:sp>
            <p:nvSpPr>
              <p:cNvPr id="6" name="Freeform 18">
                <a:extLst>
                  <a:ext uri="{FF2B5EF4-FFF2-40B4-BE49-F238E27FC236}">
                    <a16:creationId xmlns:a16="http://schemas.microsoft.com/office/drawing/2014/main" id="{7FA08C9D-A386-F509-65FD-F06E175306CB}"/>
                  </a:ext>
                </a:extLst>
              </p:cNvPr>
              <p:cNvSpPr/>
              <p:nvPr/>
            </p:nvSpPr>
            <p:spPr>
              <a:xfrm>
                <a:off x="8673" y="0"/>
                <a:ext cx="650857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650857" h="698500">
                    <a:moveTo>
                      <a:pt x="636816" y="388291"/>
                    </a:moveTo>
                    <a:lnTo>
                      <a:pt x="479045" y="659459"/>
                    </a:lnTo>
                    <a:cubicBezTo>
                      <a:pt x="464982" y="683630"/>
                      <a:pt x="439127" y="698500"/>
                      <a:pt x="411162" y="698500"/>
                    </a:cubicBezTo>
                    <a:lnTo>
                      <a:pt x="239695" y="698500"/>
                    </a:lnTo>
                    <a:cubicBezTo>
                      <a:pt x="211730" y="698500"/>
                      <a:pt x="185875" y="683630"/>
                      <a:pt x="171812" y="659459"/>
                    </a:cubicBezTo>
                    <a:lnTo>
                      <a:pt x="14042" y="388291"/>
                    </a:lnTo>
                    <a:cubicBezTo>
                      <a:pt x="0" y="364157"/>
                      <a:pt x="0" y="334343"/>
                      <a:pt x="14042" y="310209"/>
                    </a:cubicBezTo>
                    <a:lnTo>
                      <a:pt x="171812" y="39041"/>
                    </a:lnTo>
                    <a:cubicBezTo>
                      <a:pt x="185875" y="14870"/>
                      <a:pt x="211730" y="0"/>
                      <a:pt x="239695" y="0"/>
                    </a:cubicBezTo>
                    <a:lnTo>
                      <a:pt x="411162" y="0"/>
                    </a:lnTo>
                    <a:cubicBezTo>
                      <a:pt x="439127" y="0"/>
                      <a:pt x="464982" y="14870"/>
                      <a:pt x="479045" y="39041"/>
                    </a:cubicBezTo>
                    <a:lnTo>
                      <a:pt x="636816" y="310209"/>
                    </a:lnTo>
                    <a:cubicBezTo>
                      <a:pt x="650857" y="334343"/>
                      <a:pt x="650857" y="364157"/>
                      <a:pt x="636816" y="388291"/>
                    </a:cubicBezTo>
                    <a:close/>
                  </a:path>
                </a:pathLst>
              </a:custGeom>
              <a:solidFill>
                <a:srgbClr val="0097B2"/>
              </a:solidFill>
            </p:spPr>
          </p:sp>
          <p:sp>
            <p:nvSpPr>
              <p:cNvPr id="7" name="TextBox 19">
                <a:extLst>
                  <a:ext uri="{FF2B5EF4-FFF2-40B4-BE49-F238E27FC236}">
                    <a16:creationId xmlns:a16="http://schemas.microsoft.com/office/drawing/2014/main" id="{7FAD4BBC-BADB-DDA9-B3FB-C57ED741B8B9}"/>
                  </a:ext>
                </a:extLst>
              </p:cNvPr>
              <p:cNvSpPr txBox="1"/>
              <p:nvPr/>
            </p:nvSpPr>
            <p:spPr>
              <a:xfrm>
                <a:off x="114300" y="-38100"/>
                <a:ext cx="439603" cy="73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2476FE35-116B-907D-B484-6E00D2092B4F}"/>
              </a:ext>
            </a:extLst>
          </p:cNvPr>
          <p:cNvSpPr txBox="1">
            <a:spLocks/>
          </p:cNvSpPr>
          <p:nvPr/>
        </p:nvSpPr>
        <p:spPr>
          <a:xfrm>
            <a:off x="838200" y="286727"/>
            <a:ext cx="16003782" cy="208493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Components</a:t>
            </a:r>
          </a:p>
        </p:txBody>
      </p:sp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8F983F9D-9B60-B388-C8DB-A59CC95681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6341567"/>
              </p:ext>
            </p:extLst>
          </p:nvPr>
        </p:nvGraphicFramePr>
        <p:xfrm>
          <a:off x="838203" y="1614770"/>
          <a:ext cx="16003776" cy="77959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592">
                  <a:extLst>
                    <a:ext uri="{9D8B030D-6E8A-4147-A177-3AD203B41FA5}">
                      <a16:colId xmlns:a16="http://schemas.microsoft.com/office/drawing/2014/main" val="2180019138"/>
                    </a:ext>
                  </a:extLst>
                </a:gridCol>
                <a:gridCol w="6931981">
                  <a:extLst>
                    <a:ext uri="{9D8B030D-6E8A-4147-A177-3AD203B41FA5}">
                      <a16:colId xmlns:a16="http://schemas.microsoft.com/office/drawing/2014/main" val="2183180723"/>
                    </a:ext>
                  </a:extLst>
                </a:gridCol>
                <a:gridCol w="3737203">
                  <a:extLst>
                    <a:ext uri="{9D8B030D-6E8A-4147-A177-3AD203B41FA5}">
                      <a16:colId xmlns:a16="http://schemas.microsoft.com/office/drawing/2014/main" val="627821555"/>
                    </a:ext>
                  </a:extLst>
                </a:gridCol>
              </a:tblGrid>
              <a:tr h="719116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Figure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0626975"/>
                  </a:ext>
                </a:extLst>
              </a:tr>
              <a:tr h="2530147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 Sensor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Senses object presence or obstruction for position tracking and safety.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8548756"/>
                  </a:ext>
                </a:extLst>
              </a:tr>
              <a:tr h="2180544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12V 2A PSU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Powers motors and high-voltage mechanical drives.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9493368"/>
                  </a:ext>
                </a:extLst>
              </a:tr>
              <a:tr h="2366123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5V 2A PSU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Supplies regulated power to microcontroller and sensors..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4139109"/>
                  </a:ext>
                </a:extLst>
              </a:tr>
            </a:tbl>
          </a:graphicData>
        </a:graphic>
      </p:graphicFrame>
      <p:pic>
        <p:nvPicPr>
          <p:cNvPr id="12" name="Picture 11" descr="IR Sensor Module – Harish Projects">
            <a:extLst>
              <a:ext uri="{FF2B5EF4-FFF2-40B4-BE49-F238E27FC236}">
                <a16:creationId xmlns:a16="http://schemas.microsoft.com/office/drawing/2014/main" id="{774F08BF-1C5F-EFC7-BB36-4E4DE4C31D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32" r="8674" b="22492"/>
          <a:stretch>
            <a:fillRect/>
          </a:stretch>
        </p:blipFill>
        <p:spPr bwMode="auto">
          <a:xfrm>
            <a:off x="13335000" y="2568679"/>
            <a:ext cx="3075722" cy="219503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Picture 12" descr="Power Adapter 12V 2A (Good Quality ...">
            <a:extLst>
              <a:ext uri="{FF2B5EF4-FFF2-40B4-BE49-F238E27FC236}">
                <a16:creationId xmlns:a16="http://schemas.microsoft.com/office/drawing/2014/main" id="{8F32A8FF-8000-9F11-B0B2-47D69566E1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7" t="12179" r="10241" b="10678"/>
          <a:stretch>
            <a:fillRect/>
          </a:stretch>
        </p:blipFill>
        <p:spPr bwMode="auto">
          <a:xfrm>
            <a:off x="14037589" y="5041653"/>
            <a:ext cx="2231994" cy="1965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2" descr="5V 2A Power Adaptor - HTE Babgladesh">
            <a:extLst>
              <a:ext uri="{FF2B5EF4-FFF2-40B4-BE49-F238E27FC236}">
                <a16:creationId xmlns:a16="http://schemas.microsoft.com/office/drawing/2014/main" id="{DBCC4A81-609C-F84B-F42A-0E66453C5A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1" t="20129" r="18109" b="21554"/>
          <a:stretch>
            <a:fillRect/>
          </a:stretch>
        </p:blipFill>
        <p:spPr bwMode="auto">
          <a:xfrm>
            <a:off x="13844935" y="7352574"/>
            <a:ext cx="2424648" cy="1965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5817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7D9D0-BCFF-1536-8C51-A9CEA8812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1">
            <a:extLst>
              <a:ext uri="{FF2B5EF4-FFF2-40B4-BE49-F238E27FC236}">
                <a16:creationId xmlns:a16="http://schemas.microsoft.com/office/drawing/2014/main" id="{42FF8088-27E1-F43C-C6E0-7C1B5363F532}"/>
              </a:ext>
            </a:extLst>
          </p:cNvPr>
          <p:cNvSpPr/>
          <p:nvPr/>
        </p:nvSpPr>
        <p:spPr>
          <a:xfrm>
            <a:off x="-2769185" y="-1453663"/>
            <a:ext cx="12288588" cy="1807616"/>
          </a:xfrm>
          <a:custGeom>
            <a:avLst/>
            <a:gdLst/>
            <a:ahLst/>
            <a:cxnLst/>
            <a:rect l="l" t="t" r="r" b="b"/>
            <a:pathLst>
              <a:path w="4087809" h="698500">
                <a:moveTo>
                  <a:pt x="4082920" y="362844"/>
                </a:moveTo>
                <a:lnTo>
                  <a:pt x="3895537" y="684906"/>
                </a:lnTo>
                <a:cubicBezTo>
                  <a:pt x="3890641" y="693323"/>
                  <a:pt x="3881639" y="698500"/>
                  <a:pt x="3871902" y="698500"/>
                </a:cubicBezTo>
                <a:lnTo>
                  <a:pt x="215907" y="698500"/>
                </a:lnTo>
                <a:cubicBezTo>
                  <a:pt x="206170" y="698500"/>
                  <a:pt x="197168" y="693323"/>
                  <a:pt x="192271" y="684906"/>
                </a:cubicBezTo>
                <a:lnTo>
                  <a:pt x="4889" y="362844"/>
                </a:lnTo>
                <a:cubicBezTo>
                  <a:pt x="0" y="354441"/>
                  <a:pt x="0" y="344059"/>
                  <a:pt x="4889" y="335656"/>
                </a:cubicBezTo>
                <a:lnTo>
                  <a:pt x="192271" y="13594"/>
                </a:lnTo>
                <a:cubicBezTo>
                  <a:pt x="197168" y="5178"/>
                  <a:pt x="206170" y="0"/>
                  <a:pt x="215907" y="0"/>
                </a:cubicBezTo>
                <a:lnTo>
                  <a:pt x="3871902" y="0"/>
                </a:lnTo>
                <a:cubicBezTo>
                  <a:pt x="3881639" y="0"/>
                  <a:pt x="3890641" y="5178"/>
                  <a:pt x="3895537" y="13594"/>
                </a:cubicBezTo>
                <a:lnTo>
                  <a:pt x="4082920" y="335656"/>
                </a:lnTo>
                <a:cubicBezTo>
                  <a:pt x="4087809" y="344059"/>
                  <a:pt x="4087809" y="354441"/>
                  <a:pt x="4082920" y="362844"/>
                </a:cubicBezTo>
                <a:close/>
              </a:path>
            </a:pathLst>
          </a:custGeom>
          <a:solidFill>
            <a:srgbClr val="0097B2"/>
          </a:solidFill>
        </p:spPr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41EA40A-06CE-D97C-1648-73B798C6E10E}"/>
              </a:ext>
            </a:extLst>
          </p:cNvPr>
          <p:cNvGrpSpPr/>
          <p:nvPr/>
        </p:nvGrpSpPr>
        <p:grpSpPr>
          <a:xfrm>
            <a:off x="16220702" y="-2580760"/>
            <a:ext cx="5165430" cy="4820441"/>
            <a:chOff x="16220702" y="-2580760"/>
            <a:chExt cx="5165430" cy="4820441"/>
          </a:xfrm>
        </p:grpSpPr>
        <p:grpSp>
          <p:nvGrpSpPr>
            <p:cNvPr id="4" name="Group 37">
              <a:extLst>
                <a:ext uri="{FF2B5EF4-FFF2-40B4-BE49-F238E27FC236}">
                  <a16:creationId xmlns:a16="http://schemas.microsoft.com/office/drawing/2014/main" id="{A1A35CD0-D9EA-247A-3935-E57D83B07E32}"/>
                </a:ext>
              </a:extLst>
            </p:cNvPr>
            <p:cNvGrpSpPr/>
            <p:nvPr/>
          </p:nvGrpSpPr>
          <p:grpSpPr>
            <a:xfrm>
              <a:off x="16220702" y="-2580760"/>
              <a:ext cx="5165430" cy="4745458"/>
              <a:chOff x="0" y="0"/>
              <a:chExt cx="760317" cy="698500"/>
            </a:xfrm>
          </p:grpSpPr>
          <p:sp>
            <p:nvSpPr>
              <p:cNvPr id="8" name="Freeform 38">
                <a:extLst>
                  <a:ext uri="{FF2B5EF4-FFF2-40B4-BE49-F238E27FC236}">
                    <a16:creationId xmlns:a16="http://schemas.microsoft.com/office/drawing/2014/main" id="{8866452B-2CFC-1D4B-F3F4-2F124A4577BA}"/>
                  </a:ext>
                </a:extLst>
              </p:cNvPr>
              <p:cNvSpPr/>
              <p:nvPr/>
            </p:nvSpPr>
            <p:spPr>
              <a:xfrm>
                <a:off x="7195" y="0"/>
                <a:ext cx="745927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745927" h="698500">
                    <a:moveTo>
                      <a:pt x="734279" y="381637"/>
                    </a:moveTo>
                    <a:lnTo>
                      <a:pt x="568765" y="666113"/>
                    </a:lnTo>
                    <a:cubicBezTo>
                      <a:pt x="557099" y="686164"/>
                      <a:pt x="535651" y="698500"/>
                      <a:pt x="512452" y="698500"/>
                    </a:cubicBezTo>
                    <a:lnTo>
                      <a:pt x="233475" y="698500"/>
                    </a:lnTo>
                    <a:cubicBezTo>
                      <a:pt x="210276" y="698500"/>
                      <a:pt x="188828" y="686164"/>
                      <a:pt x="177162" y="666113"/>
                    </a:cubicBezTo>
                    <a:lnTo>
                      <a:pt x="11648" y="381637"/>
                    </a:lnTo>
                    <a:cubicBezTo>
                      <a:pt x="0" y="361617"/>
                      <a:pt x="0" y="336883"/>
                      <a:pt x="11648" y="316863"/>
                    </a:cubicBezTo>
                    <a:lnTo>
                      <a:pt x="177162" y="32387"/>
                    </a:lnTo>
                    <a:cubicBezTo>
                      <a:pt x="188828" y="12336"/>
                      <a:pt x="210276" y="0"/>
                      <a:pt x="233475" y="0"/>
                    </a:cubicBezTo>
                    <a:lnTo>
                      <a:pt x="512452" y="0"/>
                    </a:lnTo>
                    <a:cubicBezTo>
                      <a:pt x="535651" y="0"/>
                      <a:pt x="557099" y="12336"/>
                      <a:pt x="568765" y="32387"/>
                    </a:cubicBezTo>
                    <a:lnTo>
                      <a:pt x="734279" y="316863"/>
                    </a:lnTo>
                    <a:cubicBezTo>
                      <a:pt x="745927" y="336883"/>
                      <a:pt x="745927" y="361617"/>
                      <a:pt x="734279" y="38163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9" name="TextBox 39">
                <a:extLst>
                  <a:ext uri="{FF2B5EF4-FFF2-40B4-BE49-F238E27FC236}">
                    <a16:creationId xmlns:a16="http://schemas.microsoft.com/office/drawing/2014/main" id="{E2B6232A-00CF-22AC-2CA4-5DD9F048C622}"/>
                  </a:ext>
                </a:extLst>
              </p:cNvPr>
              <p:cNvSpPr txBox="1"/>
              <p:nvPr/>
            </p:nvSpPr>
            <p:spPr>
              <a:xfrm>
                <a:off x="114300" y="-38100"/>
                <a:ext cx="531717" cy="73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5" name="Group 17">
              <a:extLst>
                <a:ext uri="{FF2B5EF4-FFF2-40B4-BE49-F238E27FC236}">
                  <a16:creationId xmlns:a16="http://schemas.microsoft.com/office/drawing/2014/main" id="{B6F5C9FC-0D91-9C68-C2C9-FB0D58BC4DF3}"/>
                </a:ext>
              </a:extLst>
            </p:cNvPr>
            <p:cNvGrpSpPr/>
            <p:nvPr/>
          </p:nvGrpSpPr>
          <p:grpSpPr>
            <a:xfrm>
              <a:off x="16535400" y="-2239681"/>
              <a:ext cx="4285074" cy="4479362"/>
              <a:chOff x="0" y="0"/>
              <a:chExt cx="668203" cy="698500"/>
            </a:xfrm>
          </p:grpSpPr>
          <p:sp>
            <p:nvSpPr>
              <p:cNvPr id="6" name="Freeform 18">
                <a:extLst>
                  <a:ext uri="{FF2B5EF4-FFF2-40B4-BE49-F238E27FC236}">
                    <a16:creationId xmlns:a16="http://schemas.microsoft.com/office/drawing/2014/main" id="{118A01E8-5210-4530-D913-7F61C29D9A05}"/>
                  </a:ext>
                </a:extLst>
              </p:cNvPr>
              <p:cNvSpPr/>
              <p:nvPr/>
            </p:nvSpPr>
            <p:spPr>
              <a:xfrm>
                <a:off x="8673" y="0"/>
                <a:ext cx="650857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650857" h="698500">
                    <a:moveTo>
                      <a:pt x="636816" y="388291"/>
                    </a:moveTo>
                    <a:lnTo>
                      <a:pt x="479045" y="659459"/>
                    </a:lnTo>
                    <a:cubicBezTo>
                      <a:pt x="464982" y="683630"/>
                      <a:pt x="439127" y="698500"/>
                      <a:pt x="411162" y="698500"/>
                    </a:cubicBezTo>
                    <a:lnTo>
                      <a:pt x="239695" y="698500"/>
                    </a:lnTo>
                    <a:cubicBezTo>
                      <a:pt x="211730" y="698500"/>
                      <a:pt x="185875" y="683630"/>
                      <a:pt x="171812" y="659459"/>
                    </a:cubicBezTo>
                    <a:lnTo>
                      <a:pt x="14042" y="388291"/>
                    </a:lnTo>
                    <a:cubicBezTo>
                      <a:pt x="0" y="364157"/>
                      <a:pt x="0" y="334343"/>
                      <a:pt x="14042" y="310209"/>
                    </a:cubicBezTo>
                    <a:lnTo>
                      <a:pt x="171812" y="39041"/>
                    </a:lnTo>
                    <a:cubicBezTo>
                      <a:pt x="185875" y="14870"/>
                      <a:pt x="211730" y="0"/>
                      <a:pt x="239695" y="0"/>
                    </a:cubicBezTo>
                    <a:lnTo>
                      <a:pt x="411162" y="0"/>
                    </a:lnTo>
                    <a:cubicBezTo>
                      <a:pt x="439127" y="0"/>
                      <a:pt x="464982" y="14870"/>
                      <a:pt x="479045" y="39041"/>
                    </a:cubicBezTo>
                    <a:lnTo>
                      <a:pt x="636816" y="310209"/>
                    </a:lnTo>
                    <a:cubicBezTo>
                      <a:pt x="650857" y="334343"/>
                      <a:pt x="650857" y="364157"/>
                      <a:pt x="636816" y="388291"/>
                    </a:cubicBezTo>
                    <a:close/>
                  </a:path>
                </a:pathLst>
              </a:custGeom>
              <a:solidFill>
                <a:srgbClr val="0097B2"/>
              </a:solidFill>
            </p:spPr>
          </p:sp>
          <p:sp>
            <p:nvSpPr>
              <p:cNvPr id="7" name="TextBox 19">
                <a:extLst>
                  <a:ext uri="{FF2B5EF4-FFF2-40B4-BE49-F238E27FC236}">
                    <a16:creationId xmlns:a16="http://schemas.microsoft.com/office/drawing/2014/main" id="{75E84FBB-0419-4C03-3CD6-6958870C57D2}"/>
                  </a:ext>
                </a:extLst>
              </p:cNvPr>
              <p:cNvSpPr txBox="1"/>
              <p:nvPr/>
            </p:nvSpPr>
            <p:spPr>
              <a:xfrm>
                <a:off x="114300" y="-38100"/>
                <a:ext cx="439603" cy="73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FA49EC48-D3F2-8E2F-A579-5D5BBCD714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6396541"/>
              </p:ext>
            </p:extLst>
          </p:nvPr>
        </p:nvGraphicFramePr>
        <p:xfrm>
          <a:off x="838203" y="1614770"/>
          <a:ext cx="14754012" cy="80245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18004">
                  <a:extLst>
                    <a:ext uri="{9D8B030D-6E8A-4147-A177-3AD203B41FA5}">
                      <a16:colId xmlns:a16="http://schemas.microsoft.com/office/drawing/2014/main" val="2180019138"/>
                    </a:ext>
                  </a:extLst>
                </a:gridCol>
                <a:gridCol w="6390650">
                  <a:extLst>
                    <a:ext uri="{9D8B030D-6E8A-4147-A177-3AD203B41FA5}">
                      <a16:colId xmlns:a16="http://schemas.microsoft.com/office/drawing/2014/main" val="2183180723"/>
                    </a:ext>
                  </a:extLst>
                </a:gridCol>
                <a:gridCol w="3445358">
                  <a:extLst>
                    <a:ext uri="{9D8B030D-6E8A-4147-A177-3AD203B41FA5}">
                      <a16:colId xmlns:a16="http://schemas.microsoft.com/office/drawing/2014/main" val="627821555"/>
                    </a:ext>
                  </a:extLst>
                </a:gridCol>
              </a:tblGrid>
              <a:tr h="740202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Figure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0626975"/>
                  </a:ext>
                </a:extLst>
              </a:tr>
              <a:tr h="2604338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Buck Converter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Steps down higher voltage to safe levels for electronics.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8548756"/>
                  </a:ext>
                </a:extLst>
              </a:tr>
              <a:tr h="2244484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Relay 5V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Switches high-power loads using low-power control signals..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9493368"/>
                  </a:ext>
                </a:extLst>
              </a:tr>
              <a:tr h="2435505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D882 Transistor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Amplifies signals and drives current for relays or motors.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4139109"/>
                  </a:ext>
                </a:extLst>
              </a:tr>
            </a:tbl>
          </a:graphicData>
        </a:graphic>
      </p:graphicFrame>
      <p:pic>
        <p:nvPicPr>
          <p:cNvPr id="11" name="Picture 10" descr="LM2596 DC-DC Step Down Converter Buck ...">
            <a:extLst>
              <a:ext uri="{FF2B5EF4-FFF2-40B4-BE49-F238E27FC236}">
                <a16:creationId xmlns:a16="http://schemas.microsoft.com/office/drawing/2014/main" id="{C943E245-FE1C-A59B-ADBF-29388EFB3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7262" r="1927" b="16065"/>
          <a:stretch>
            <a:fillRect/>
          </a:stretch>
        </p:blipFill>
        <p:spPr bwMode="auto">
          <a:xfrm>
            <a:off x="12420600" y="2781300"/>
            <a:ext cx="2578032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 descr="1 Channel 5V Relay Board Module ...">
            <a:extLst>
              <a:ext uri="{FF2B5EF4-FFF2-40B4-BE49-F238E27FC236}">
                <a16:creationId xmlns:a16="http://schemas.microsoft.com/office/drawing/2014/main" id="{E18518BB-A7EE-9E99-0402-0E61C0FDA1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90" t="18356" r="9306" b="23276"/>
          <a:stretch>
            <a:fillRect/>
          </a:stretch>
        </p:blipFill>
        <p:spPr bwMode="auto">
          <a:xfrm>
            <a:off x="12933275" y="5143500"/>
            <a:ext cx="2065357" cy="1919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 descr="D882 Transistor Price Guide: Specs ...">
            <a:extLst>
              <a:ext uri="{FF2B5EF4-FFF2-40B4-BE49-F238E27FC236}">
                <a16:creationId xmlns:a16="http://schemas.microsoft.com/office/drawing/2014/main" id="{10BD63F9-F568-6A33-3572-624456B13A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64" r="5387" b="24424"/>
          <a:stretch>
            <a:fillRect/>
          </a:stretch>
        </p:blipFill>
        <p:spPr bwMode="auto">
          <a:xfrm>
            <a:off x="12790412" y="7481034"/>
            <a:ext cx="2208220" cy="17401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6983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E4F22-320D-5136-FC09-6937A6790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1">
            <a:extLst>
              <a:ext uri="{FF2B5EF4-FFF2-40B4-BE49-F238E27FC236}">
                <a16:creationId xmlns:a16="http://schemas.microsoft.com/office/drawing/2014/main" id="{1ED14811-5134-A5CB-8906-B9FC61E45CD9}"/>
              </a:ext>
            </a:extLst>
          </p:cNvPr>
          <p:cNvSpPr/>
          <p:nvPr/>
        </p:nvSpPr>
        <p:spPr>
          <a:xfrm>
            <a:off x="-2769185" y="-1453663"/>
            <a:ext cx="12288588" cy="1807616"/>
          </a:xfrm>
          <a:custGeom>
            <a:avLst/>
            <a:gdLst/>
            <a:ahLst/>
            <a:cxnLst/>
            <a:rect l="l" t="t" r="r" b="b"/>
            <a:pathLst>
              <a:path w="4087809" h="698500">
                <a:moveTo>
                  <a:pt x="4082920" y="362844"/>
                </a:moveTo>
                <a:lnTo>
                  <a:pt x="3895537" y="684906"/>
                </a:lnTo>
                <a:cubicBezTo>
                  <a:pt x="3890641" y="693323"/>
                  <a:pt x="3881639" y="698500"/>
                  <a:pt x="3871902" y="698500"/>
                </a:cubicBezTo>
                <a:lnTo>
                  <a:pt x="215907" y="698500"/>
                </a:lnTo>
                <a:cubicBezTo>
                  <a:pt x="206170" y="698500"/>
                  <a:pt x="197168" y="693323"/>
                  <a:pt x="192271" y="684906"/>
                </a:cubicBezTo>
                <a:lnTo>
                  <a:pt x="4889" y="362844"/>
                </a:lnTo>
                <a:cubicBezTo>
                  <a:pt x="0" y="354441"/>
                  <a:pt x="0" y="344059"/>
                  <a:pt x="4889" y="335656"/>
                </a:cubicBezTo>
                <a:lnTo>
                  <a:pt x="192271" y="13594"/>
                </a:lnTo>
                <a:cubicBezTo>
                  <a:pt x="197168" y="5178"/>
                  <a:pt x="206170" y="0"/>
                  <a:pt x="215907" y="0"/>
                </a:cubicBezTo>
                <a:lnTo>
                  <a:pt x="3871902" y="0"/>
                </a:lnTo>
                <a:cubicBezTo>
                  <a:pt x="3881639" y="0"/>
                  <a:pt x="3890641" y="5178"/>
                  <a:pt x="3895537" y="13594"/>
                </a:cubicBezTo>
                <a:lnTo>
                  <a:pt x="4082920" y="335656"/>
                </a:lnTo>
                <a:cubicBezTo>
                  <a:pt x="4087809" y="344059"/>
                  <a:pt x="4087809" y="354441"/>
                  <a:pt x="4082920" y="362844"/>
                </a:cubicBezTo>
                <a:close/>
              </a:path>
            </a:pathLst>
          </a:custGeom>
          <a:solidFill>
            <a:srgbClr val="0097B2"/>
          </a:solidFill>
        </p:spPr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2ADE4ED-942B-6CAC-F243-DF234EFFBCBB}"/>
              </a:ext>
            </a:extLst>
          </p:cNvPr>
          <p:cNvGrpSpPr/>
          <p:nvPr/>
        </p:nvGrpSpPr>
        <p:grpSpPr>
          <a:xfrm>
            <a:off x="16220702" y="-2580760"/>
            <a:ext cx="5165430" cy="4820441"/>
            <a:chOff x="16220702" y="-2580760"/>
            <a:chExt cx="5165430" cy="4820441"/>
          </a:xfrm>
        </p:grpSpPr>
        <p:grpSp>
          <p:nvGrpSpPr>
            <p:cNvPr id="4" name="Group 37">
              <a:extLst>
                <a:ext uri="{FF2B5EF4-FFF2-40B4-BE49-F238E27FC236}">
                  <a16:creationId xmlns:a16="http://schemas.microsoft.com/office/drawing/2014/main" id="{A58ECF5A-465E-0704-D32B-9EE711A3612F}"/>
                </a:ext>
              </a:extLst>
            </p:cNvPr>
            <p:cNvGrpSpPr/>
            <p:nvPr/>
          </p:nvGrpSpPr>
          <p:grpSpPr>
            <a:xfrm>
              <a:off x="16220702" y="-2580760"/>
              <a:ext cx="5165430" cy="4745458"/>
              <a:chOff x="0" y="0"/>
              <a:chExt cx="760317" cy="698500"/>
            </a:xfrm>
          </p:grpSpPr>
          <p:sp>
            <p:nvSpPr>
              <p:cNvPr id="8" name="Freeform 38">
                <a:extLst>
                  <a:ext uri="{FF2B5EF4-FFF2-40B4-BE49-F238E27FC236}">
                    <a16:creationId xmlns:a16="http://schemas.microsoft.com/office/drawing/2014/main" id="{BE9F7652-1AFC-C22A-32BF-9B21C1247A01}"/>
                  </a:ext>
                </a:extLst>
              </p:cNvPr>
              <p:cNvSpPr/>
              <p:nvPr/>
            </p:nvSpPr>
            <p:spPr>
              <a:xfrm>
                <a:off x="7195" y="0"/>
                <a:ext cx="745927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745927" h="698500">
                    <a:moveTo>
                      <a:pt x="734279" y="381637"/>
                    </a:moveTo>
                    <a:lnTo>
                      <a:pt x="568765" y="666113"/>
                    </a:lnTo>
                    <a:cubicBezTo>
                      <a:pt x="557099" y="686164"/>
                      <a:pt x="535651" y="698500"/>
                      <a:pt x="512452" y="698500"/>
                    </a:cubicBezTo>
                    <a:lnTo>
                      <a:pt x="233475" y="698500"/>
                    </a:lnTo>
                    <a:cubicBezTo>
                      <a:pt x="210276" y="698500"/>
                      <a:pt x="188828" y="686164"/>
                      <a:pt x="177162" y="666113"/>
                    </a:cubicBezTo>
                    <a:lnTo>
                      <a:pt x="11648" y="381637"/>
                    </a:lnTo>
                    <a:cubicBezTo>
                      <a:pt x="0" y="361617"/>
                      <a:pt x="0" y="336883"/>
                      <a:pt x="11648" y="316863"/>
                    </a:cubicBezTo>
                    <a:lnTo>
                      <a:pt x="177162" y="32387"/>
                    </a:lnTo>
                    <a:cubicBezTo>
                      <a:pt x="188828" y="12336"/>
                      <a:pt x="210276" y="0"/>
                      <a:pt x="233475" y="0"/>
                    </a:cubicBezTo>
                    <a:lnTo>
                      <a:pt x="512452" y="0"/>
                    </a:lnTo>
                    <a:cubicBezTo>
                      <a:pt x="535651" y="0"/>
                      <a:pt x="557099" y="12336"/>
                      <a:pt x="568765" y="32387"/>
                    </a:cubicBezTo>
                    <a:lnTo>
                      <a:pt x="734279" y="316863"/>
                    </a:lnTo>
                    <a:cubicBezTo>
                      <a:pt x="745927" y="336883"/>
                      <a:pt x="745927" y="361617"/>
                      <a:pt x="734279" y="38163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9" name="TextBox 39">
                <a:extLst>
                  <a:ext uri="{FF2B5EF4-FFF2-40B4-BE49-F238E27FC236}">
                    <a16:creationId xmlns:a16="http://schemas.microsoft.com/office/drawing/2014/main" id="{E9002D91-BFB9-BD5C-F168-E47F2E3C7619}"/>
                  </a:ext>
                </a:extLst>
              </p:cNvPr>
              <p:cNvSpPr txBox="1"/>
              <p:nvPr/>
            </p:nvSpPr>
            <p:spPr>
              <a:xfrm>
                <a:off x="114300" y="-38100"/>
                <a:ext cx="531717" cy="73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5" name="Group 17">
              <a:extLst>
                <a:ext uri="{FF2B5EF4-FFF2-40B4-BE49-F238E27FC236}">
                  <a16:creationId xmlns:a16="http://schemas.microsoft.com/office/drawing/2014/main" id="{7F23F89C-195E-4F1C-2C52-95EA976B7D96}"/>
                </a:ext>
              </a:extLst>
            </p:cNvPr>
            <p:cNvGrpSpPr/>
            <p:nvPr/>
          </p:nvGrpSpPr>
          <p:grpSpPr>
            <a:xfrm>
              <a:off x="16535400" y="-2239681"/>
              <a:ext cx="4285074" cy="4479362"/>
              <a:chOff x="0" y="0"/>
              <a:chExt cx="668203" cy="698500"/>
            </a:xfrm>
          </p:grpSpPr>
          <p:sp>
            <p:nvSpPr>
              <p:cNvPr id="6" name="Freeform 18">
                <a:extLst>
                  <a:ext uri="{FF2B5EF4-FFF2-40B4-BE49-F238E27FC236}">
                    <a16:creationId xmlns:a16="http://schemas.microsoft.com/office/drawing/2014/main" id="{BDB7B17B-1549-A510-FA41-6175762EB779}"/>
                  </a:ext>
                </a:extLst>
              </p:cNvPr>
              <p:cNvSpPr/>
              <p:nvPr/>
            </p:nvSpPr>
            <p:spPr>
              <a:xfrm>
                <a:off x="8673" y="0"/>
                <a:ext cx="650857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650857" h="698500">
                    <a:moveTo>
                      <a:pt x="636816" y="388291"/>
                    </a:moveTo>
                    <a:lnTo>
                      <a:pt x="479045" y="659459"/>
                    </a:lnTo>
                    <a:cubicBezTo>
                      <a:pt x="464982" y="683630"/>
                      <a:pt x="439127" y="698500"/>
                      <a:pt x="411162" y="698500"/>
                    </a:cubicBezTo>
                    <a:lnTo>
                      <a:pt x="239695" y="698500"/>
                    </a:lnTo>
                    <a:cubicBezTo>
                      <a:pt x="211730" y="698500"/>
                      <a:pt x="185875" y="683630"/>
                      <a:pt x="171812" y="659459"/>
                    </a:cubicBezTo>
                    <a:lnTo>
                      <a:pt x="14042" y="388291"/>
                    </a:lnTo>
                    <a:cubicBezTo>
                      <a:pt x="0" y="364157"/>
                      <a:pt x="0" y="334343"/>
                      <a:pt x="14042" y="310209"/>
                    </a:cubicBezTo>
                    <a:lnTo>
                      <a:pt x="171812" y="39041"/>
                    </a:lnTo>
                    <a:cubicBezTo>
                      <a:pt x="185875" y="14870"/>
                      <a:pt x="211730" y="0"/>
                      <a:pt x="239695" y="0"/>
                    </a:cubicBezTo>
                    <a:lnTo>
                      <a:pt x="411162" y="0"/>
                    </a:lnTo>
                    <a:cubicBezTo>
                      <a:pt x="439127" y="0"/>
                      <a:pt x="464982" y="14870"/>
                      <a:pt x="479045" y="39041"/>
                    </a:cubicBezTo>
                    <a:lnTo>
                      <a:pt x="636816" y="310209"/>
                    </a:lnTo>
                    <a:cubicBezTo>
                      <a:pt x="650857" y="334343"/>
                      <a:pt x="650857" y="364157"/>
                      <a:pt x="636816" y="388291"/>
                    </a:cubicBezTo>
                    <a:close/>
                  </a:path>
                </a:pathLst>
              </a:custGeom>
              <a:solidFill>
                <a:srgbClr val="0097B2"/>
              </a:solidFill>
            </p:spPr>
          </p:sp>
          <p:sp>
            <p:nvSpPr>
              <p:cNvPr id="7" name="TextBox 19">
                <a:extLst>
                  <a:ext uri="{FF2B5EF4-FFF2-40B4-BE49-F238E27FC236}">
                    <a16:creationId xmlns:a16="http://schemas.microsoft.com/office/drawing/2014/main" id="{73F77F6D-B333-2438-A32F-3D4274594B95}"/>
                  </a:ext>
                </a:extLst>
              </p:cNvPr>
              <p:cNvSpPr txBox="1"/>
              <p:nvPr/>
            </p:nvSpPr>
            <p:spPr>
              <a:xfrm>
                <a:off x="114300" y="-38100"/>
                <a:ext cx="439603" cy="73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1246D7A7-A848-59A8-1E16-5C2E2C301B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280113"/>
              </p:ext>
            </p:extLst>
          </p:nvPr>
        </p:nvGraphicFramePr>
        <p:xfrm>
          <a:off x="838202" y="1608145"/>
          <a:ext cx="14703734" cy="79549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03523">
                  <a:extLst>
                    <a:ext uri="{9D8B030D-6E8A-4147-A177-3AD203B41FA5}">
                      <a16:colId xmlns:a16="http://schemas.microsoft.com/office/drawing/2014/main" val="2180019138"/>
                    </a:ext>
                  </a:extLst>
                </a:gridCol>
                <a:gridCol w="7066594">
                  <a:extLst>
                    <a:ext uri="{9D8B030D-6E8A-4147-A177-3AD203B41FA5}">
                      <a16:colId xmlns:a16="http://schemas.microsoft.com/office/drawing/2014/main" val="2183180723"/>
                    </a:ext>
                  </a:extLst>
                </a:gridCol>
                <a:gridCol w="3433617">
                  <a:extLst>
                    <a:ext uri="{9D8B030D-6E8A-4147-A177-3AD203B41FA5}">
                      <a16:colId xmlns:a16="http://schemas.microsoft.com/office/drawing/2014/main" val="627821555"/>
                    </a:ext>
                  </a:extLst>
                </a:gridCol>
              </a:tblGrid>
              <a:tr h="76646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Figure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0626975"/>
                  </a:ext>
                </a:extLst>
              </a:tr>
              <a:tr h="2570074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Gear 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high torque and low-speed drive to move the conveyor belt with controlled force.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8548756"/>
                  </a:ext>
                </a:extLst>
              </a:tr>
              <a:tr h="2214954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PCB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Hosts and interconnects control circuits in a compact design..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9493368"/>
                  </a:ext>
                </a:extLst>
              </a:tr>
              <a:tr h="2403462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Buzzer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Produces an audible alert by buzzing when the storage bucket fills up.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4139109"/>
                  </a:ext>
                </a:extLst>
              </a:tr>
            </a:tbl>
          </a:graphicData>
        </a:graphic>
      </p:graphicFrame>
      <p:pic>
        <p:nvPicPr>
          <p:cNvPr id="12" name="Picture 11" descr="What is High Speed PCB Design ...">
            <a:extLst>
              <a:ext uri="{FF2B5EF4-FFF2-40B4-BE49-F238E27FC236}">
                <a16:creationId xmlns:a16="http://schemas.microsoft.com/office/drawing/2014/main" id="{F331CC2B-FF44-2ED6-6547-24B7C88393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4400" y="5321452"/>
            <a:ext cx="2878863" cy="1513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 descr="Gear Motor 37GB 12V 38RPM - leetechbd">
            <a:extLst>
              <a:ext uri="{FF2B5EF4-FFF2-40B4-BE49-F238E27FC236}">
                <a16:creationId xmlns:a16="http://schemas.microsoft.com/office/drawing/2014/main" id="{A3735CED-BB42-0684-097F-C5F7942C77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55" b="16773"/>
          <a:stretch>
            <a:fillRect/>
          </a:stretch>
        </p:blipFill>
        <p:spPr bwMode="auto">
          <a:xfrm>
            <a:off x="12649200" y="2471057"/>
            <a:ext cx="2749447" cy="235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 descr="Buzzer (Active 5V) - Robotech BD">
            <a:extLst>
              <a:ext uri="{FF2B5EF4-FFF2-40B4-BE49-F238E27FC236}">
                <a16:creationId xmlns:a16="http://schemas.microsoft.com/office/drawing/2014/main" id="{86525C06-EED2-0A5C-7BB3-79053D4BD0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22" t="10272" r="15026" b="27409"/>
          <a:stretch>
            <a:fillRect/>
          </a:stretch>
        </p:blipFill>
        <p:spPr bwMode="auto">
          <a:xfrm>
            <a:off x="12986695" y="7525611"/>
            <a:ext cx="1594272" cy="13471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0256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1E39B-97A6-65CF-429A-CB5EA0CC8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23">
            <a:extLst>
              <a:ext uri="{FF2B5EF4-FFF2-40B4-BE49-F238E27FC236}">
                <a16:creationId xmlns:a16="http://schemas.microsoft.com/office/drawing/2014/main" id="{CCDE622A-D122-5831-D479-CC2B427EFB8D}"/>
              </a:ext>
            </a:extLst>
          </p:cNvPr>
          <p:cNvGrpSpPr/>
          <p:nvPr/>
        </p:nvGrpSpPr>
        <p:grpSpPr>
          <a:xfrm>
            <a:off x="-2543527" y="-2211924"/>
            <a:ext cx="10208755" cy="3488644"/>
            <a:chOff x="0" y="0"/>
            <a:chExt cx="1971842" cy="698500"/>
          </a:xfrm>
        </p:grpSpPr>
        <p:sp>
          <p:nvSpPr>
            <p:cNvPr id="133" name="Freeform 24">
              <a:extLst>
                <a:ext uri="{FF2B5EF4-FFF2-40B4-BE49-F238E27FC236}">
                  <a16:creationId xmlns:a16="http://schemas.microsoft.com/office/drawing/2014/main" id="{AC6396CC-765D-E470-9660-F089A0FBB636}"/>
                </a:ext>
              </a:extLst>
            </p:cNvPr>
            <p:cNvSpPr/>
            <p:nvPr/>
          </p:nvSpPr>
          <p:spPr>
            <a:xfrm>
              <a:off x="3641" y="0"/>
              <a:ext cx="1964561" cy="698500"/>
            </a:xfrm>
            <a:custGeom>
              <a:avLst/>
              <a:gdLst/>
              <a:ahLst/>
              <a:cxnLst/>
              <a:rect l="l" t="t" r="r" b="b"/>
              <a:pathLst>
                <a:path w="1964561" h="698500">
                  <a:moveTo>
                    <a:pt x="1958667" y="365637"/>
                  </a:moveTo>
                  <a:lnTo>
                    <a:pt x="1774536" y="682113"/>
                  </a:lnTo>
                  <a:cubicBezTo>
                    <a:pt x="1768633" y="692258"/>
                    <a:pt x="1757780" y="698500"/>
                    <a:pt x="1746042" y="698500"/>
                  </a:cubicBezTo>
                  <a:lnTo>
                    <a:pt x="218518" y="698500"/>
                  </a:lnTo>
                  <a:cubicBezTo>
                    <a:pt x="206780" y="698500"/>
                    <a:pt x="195928" y="692258"/>
                    <a:pt x="190025" y="682113"/>
                  </a:cubicBezTo>
                  <a:lnTo>
                    <a:pt x="5893" y="365637"/>
                  </a:lnTo>
                  <a:cubicBezTo>
                    <a:pt x="0" y="355507"/>
                    <a:pt x="0" y="342993"/>
                    <a:pt x="5893" y="332863"/>
                  </a:cubicBezTo>
                  <a:lnTo>
                    <a:pt x="190025" y="16387"/>
                  </a:lnTo>
                  <a:cubicBezTo>
                    <a:pt x="195928" y="6242"/>
                    <a:pt x="206780" y="0"/>
                    <a:pt x="218518" y="0"/>
                  </a:cubicBezTo>
                  <a:lnTo>
                    <a:pt x="1746042" y="0"/>
                  </a:lnTo>
                  <a:cubicBezTo>
                    <a:pt x="1757780" y="0"/>
                    <a:pt x="1768633" y="6242"/>
                    <a:pt x="1774536" y="16387"/>
                  </a:cubicBezTo>
                  <a:lnTo>
                    <a:pt x="1958667" y="332863"/>
                  </a:lnTo>
                  <a:cubicBezTo>
                    <a:pt x="1964561" y="342993"/>
                    <a:pt x="1964561" y="355507"/>
                    <a:pt x="1958667" y="365637"/>
                  </a:cubicBezTo>
                  <a:close/>
                </a:path>
              </a:pathLst>
            </a:custGeom>
            <a:solidFill>
              <a:srgbClr val="EDF0EF"/>
            </a:solidFill>
          </p:spPr>
        </p:sp>
        <p:sp>
          <p:nvSpPr>
            <p:cNvPr id="134" name="TextBox 25">
              <a:extLst>
                <a:ext uri="{FF2B5EF4-FFF2-40B4-BE49-F238E27FC236}">
                  <a16:creationId xmlns:a16="http://schemas.microsoft.com/office/drawing/2014/main" id="{26692F91-DED8-A593-EAB1-5B7D27643691}"/>
                </a:ext>
              </a:extLst>
            </p:cNvPr>
            <p:cNvSpPr txBox="1"/>
            <p:nvPr/>
          </p:nvSpPr>
          <p:spPr>
            <a:xfrm>
              <a:off x="114300" y="-38100"/>
              <a:ext cx="17432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F832E752-DA7C-232C-E8A0-970B0EFA4F5C}"/>
              </a:ext>
            </a:extLst>
          </p:cNvPr>
          <p:cNvGrpSpPr/>
          <p:nvPr/>
        </p:nvGrpSpPr>
        <p:grpSpPr>
          <a:xfrm>
            <a:off x="-4032142" y="9430707"/>
            <a:ext cx="10616270" cy="2912593"/>
            <a:chOff x="0" y="0"/>
            <a:chExt cx="1971842" cy="6985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931DC2B-7D55-B1F7-5B4B-C9C6FFE45CDE}"/>
                </a:ext>
              </a:extLst>
            </p:cNvPr>
            <p:cNvSpPr/>
            <p:nvPr/>
          </p:nvSpPr>
          <p:spPr>
            <a:xfrm>
              <a:off x="3641" y="0"/>
              <a:ext cx="1964561" cy="698500"/>
            </a:xfrm>
            <a:custGeom>
              <a:avLst/>
              <a:gdLst/>
              <a:ahLst/>
              <a:cxnLst/>
              <a:rect l="l" t="t" r="r" b="b"/>
              <a:pathLst>
                <a:path w="1964561" h="698500">
                  <a:moveTo>
                    <a:pt x="1958667" y="365637"/>
                  </a:moveTo>
                  <a:lnTo>
                    <a:pt x="1774536" y="682113"/>
                  </a:lnTo>
                  <a:cubicBezTo>
                    <a:pt x="1768633" y="692258"/>
                    <a:pt x="1757780" y="698500"/>
                    <a:pt x="1746042" y="698500"/>
                  </a:cubicBezTo>
                  <a:lnTo>
                    <a:pt x="218518" y="698500"/>
                  </a:lnTo>
                  <a:cubicBezTo>
                    <a:pt x="206780" y="698500"/>
                    <a:pt x="195928" y="692258"/>
                    <a:pt x="190025" y="682113"/>
                  </a:cubicBezTo>
                  <a:lnTo>
                    <a:pt x="5893" y="365637"/>
                  </a:lnTo>
                  <a:cubicBezTo>
                    <a:pt x="0" y="355507"/>
                    <a:pt x="0" y="342993"/>
                    <a:pt x="5893" y="332863"/>
                  </a:cubicBezTo>
                  <a:lnTo>
                    <a:pt x="190025" y="16387"/>
                  </a:lnTo>
                  <a:cubicBezTo>
                    <a:pt x="195928" y="6242"/>
                    <a:pt x="206780" y="0"/>
                    <a:pt x="218518" y="0"/>
                  </a:cubicBezTo>
                  <a:lnTo>
                    <a:pt x="1746042" y="0"/>
                  </a:lnTo>
                  <a:cubicBezTo>
                    <a:pt x="1757780" y="0"/>
                    <a:pt x="1768633" y="6242"/>
                    <a:pt x="1774536" y="16387"/>
                  </a:cubicBezTo>
                  <a:lnTo>
                    <a:pt x="1958667" y="332863"/>
                  </a:lnTo>
                  <a:cubicBezTo>
                    <a:pt x="1964561" y="342993"/>
                    <a:pt x="1964561" y="355507"/>
                    <a:pt x="1958667" y="365637"/>
                  </a:cubicBezTo>
                  <a:close/>
                </a:path>
              </a:pathLst>
            </a:custGeom>
            <a:solidFill>
              <a:srgbClr val="EDF0EF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3880341-62B2-DB9D-5B61-39CFEB1CC62A}"/>
                </a:ext>
              </a:extLst>
            </p:cNvPr>
            <p:cNvSpPr txBox="1"/>
            <p:nvPr/>
          </p:nvSpPr>
          <p:spPr>
            <a:xfrm>
              <a:off x="114300" y="-38100"/>
              <a:ext cx="17432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65C4B191-B095-7B47-361C-E2AB4B5CE17D}"/>
              </a:ext>
            </a:extLst>
          </p:cNvPr>
          <p:cNvGrpSpPr/>
          <p:nvPr/>
        </p:nvGrpSpPr>
        <p:grpSpPr>
          <a:xfrm>
            <a:off x="-2777096" y="9788781"/>
            <a:ext cx="9660080" cy="2101911"/>
            <a:chOff x="0" y="0"/>
            <a:chExt cx="3159079" cy="6985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3A17156-3A79-FDF0-16DF-4F9DE65CD0B7}"/>
                </a:ext>
              </a:extLst>
            </p:cNvPr>
            <p:cNvSpPr/>
            <p:nvPr/>
          </p:nvSpPr>
          <p:spPr>
            <a:xfrm>
              <a:off x="2984" y="0"/>
              <a:ext cx="3153112" cy="698500"/>
            </a:xfrm>
            <a:custGeom>
              <a:avLst/>
              <a:gdLst/>
              <a:ahLst/>
              <a:cxnLst/>
              <a:rect l="l" t="t" r="r" b="b"/>
              <a:pathLst>
                <a:path w="3153112" h="698500">
                  <a:moveTo>
                    <a:pt x="3148281" y="362680"/>
                  </a:moveTo>
                  <a:lnTo>
                    <a:pt x="2960709" y="685070"/>
                  </a:lnTo>
                  <a:cubicBezTo>
                    <a:pt x="2955871" y="693385"/>
                    <a:pt x="2946977" y="698500"/>
                    <a:pt x="2937357" y="698500"/>
                  </a:cubicBezTo>
                  <a:lnTo>
                    <a:pt x="215754" y="698500"/>
                  </a:lnTo>
                  <a:cubicBezTo>
                    <a:pt x="206134" y="698500"/>
                    <a:pt x="197240" y="693385"/>
                    <a:pt x="192402" y="685070"/>
                  </a:cubicBezTo>
                  <a:lnTo>
                    <a:pt x="4830" y="362680"/>
                  </a:lnTo>
                  <a:cubicBezTo>
                    <a:pt x="0" y="354378"/>
                    <a:pt x="0" y="344122"/>
                    <a:pt x="4830" y="335820"/>
                  </a:cubicBezTo>
                  <a:lnTo>
                    <a:pt x="192402" y="13430"/>
                  </a:lnTo>
                  <a:cubicBezTo>
                    <a:pt x="197240" y="5115"/>
                    <a:pt x="206134" y="0"/>
                    <a:pt x="215754" y="0"/>
                  </a:cubicBezTo>
                  <a:lnTo>
                    <a:pt x="2937357" y="0"/>
                  </a:lnTo>
                  <a:cubicBezTo>
                    <a:pt x="2946977" y="0"/>
                    <a:pt x="2955871" y="5115"/>
                    <a:pt x="2960709" y="13430"/>
                  </a:cubicBezTo>
                  <a:lnTo>
                    <a:pt x="3148281" y="335820"/>
                  </a:lnTo>
                  <a:cubicBezTo>
                    <a:pt x="3153111" y="344122"/>
                    <a:pt x="3153111" y="354378"/>
                    <a:pt x="3148281" y="36268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77ECD54-5CA4-8064-1115-2F6F8C5205A1}"/>
                </a:ext>
              </a:extLst>
            </p:cNvPr>
            <p:cNvSpPr txBox="1"/>
            <p:nvPr/>
          </p:nvSpPr>
          <p:spPr>
            <a:xfrm>
              <a:off x="114300" y="-38100"/>
              <a:ext cx="2930479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FD8AD2EA-7F4B-173B-E043-4361EC544A52}"/>
              </a:ext>
            </a:extLst>
          </p:cNvPr>
          <p:cNvGrpSpPr/>
          <p:nvPr/>
        </p:nvGrpSpPr>
        <p:grpSpPr>
          <a:xfrm>
            <a:off x="7239638" y="-2377142"/>
            <a:ext cx="9145730" cy="2948642"/>
            <a:chOff x="0" y="0"/>
            <a:chExt cx="1971842" cy="6985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6900BE6-8BB3-4AF1-04DF-AB627F13589E}"/>
                </a:ext>
              </a:extLst>
            </p:cNvPr>
            <p:cNvSpPr/>
            <p:nvPr/>
          </p:nvSpPr>
          <p:spPr>
            <a:xfrm>
              <a:off x="3641" y="0"/>
              <a:ext cx="1964561" cy="698500"/>
            </a:xfrm>
            <a:custGeom>
              <a:avLst/>
              <a:gdLst/>
              <a:ahLst/>
              <a:cxnLst/>
              <a:rect l="l" t="t" r="r" b="b"/>
              <a:pathLst>
                <a:path w="1964561" h="698500">
                  <a:moveTo>
                    <a:pt x="1958667" y="365637"/>
                  </a:moveTo>
                  <a:lnTo>
                    <a:pt x="1774536" y="682113"/>
                  </a:lnTo>
                  <a:cubicBezTo>
                    <a:pt x="1768633" y="692258"/>
                    <a:pt x="1757780" y="698500"/>
                    <a:pt x="1746042" y="698500"/>
                  </a:cubicBezTo>
                  <a:lnTo>
                    <a:pt x="218518" y="698500"/>
                  </a:lnTo>
                  <a:cubicBezTo>
                    <a:pt x="206780" y="698500"/>
                    <a:pt x="195928" y="692258"/>
                    <a:pt x="190025" y="682113"/>
                  </a:cubicBezTo>
                  <a:lnTo>
                    <a:pt x="5893" y="365637"/>
                  </a:lnTo>
                  <a:cubicBezTo>
                    <a:pt x="0" y="355507"/>
                    <a:pt x="0" y="342993"/>
                    <a:pt x="5893" y="332863"/>
                  </a:cubicBezTo>
                  <a:lnTo>
                    <a:pt x="190025" y="16387"/>
                  </a:lnTo>
                  <a:cubicBezTo>
                    <a:pt x="195928" y="6242"/>
                    <a:pt x="206780" y="0"/>
                    <a:pt x="218518" y="0"/>
                  </a:cubicBezTo>
                  <a:lnTo>
                    <a:pt x="1746042" y="0"/>
                  </a:lnTo>
                  <a:cubicBezTo>
                    <a:pt x="1757780" y="0"/>
                    <a:pt x="1768633" y="6242"/>
                    <a:pt x="1774536" y="16387"/>
                  </a:cubicBezTo>
                  <a:lnTo>
                    <a:pt x="1958667" y="332863"/>
                  </a:lnTo>
                  <a:cubicBezTo>
                    <a:pt x="1964561" y="342993"/>
                    <a:pt x="1964561" y="355507"/>
                    <a:pt x="1958667" y="365637"/>
                  </a:cubicBezTo>
                  <a:close/>
                </a:path>
              </a:pathLst>
            </a:custGeom>
            <a:solidFill>
              <a:srgbClr val="EDF0EF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DD0F95E-7840-4013-05F5-AB8B287DFB59}"/>
                </a:ext>
              </a:extLst>
            </p:cNvPr>
            <p:cNvSpPr txBox="1"/>
            <p:nvPr/>
          </p:nvSpPr>
          <p:spPr>
            <a:xfrm>
              <a:off x="114300" y="-38100"/>
              <a:ext cx="17432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47C917DF-2C74-768F-EFCA-5B2AA9D297A6}"/>
              </a:ext>
            </a:extLst>
          </p:cNvPr>
          <p:cNvGrpSpPr/>
          <p:nvPr/>
        </p:nvGrpSpPr>
        <p:grpSpPr>
          <a:xfrm>
            <a:off x="8064673" y="-1643030"/>
            <a:ext cx="6962716" cy="1833530"/>
            <a:chOff x="0" y="0"/>
            <a:chExt cx="2316153" cy="6985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18728C8-04CD-AF35-2A91-358CEC32702E}"/>
                </a:ext>
              </a:extLst>
            </p:cNvPr>
            <p:cNvSpPr/>
            <p:nvPr/>
          </p:nvSpPr>
          <p:spPr>
            <a:xfrm>
              <a:off x="5338" y="0"/>
              <a:ext cx="2305477" cy="698500"/>
            </a:xfrm>
            <a:custGeom>
              <a:avLst/>
              <a:gdLst/>
              <a:ahLst/>
              <a:cxnLst/>
              <a:rect l="l" t="t" r="r" b="b"/>
              <a:pathLst>
                <a:path w="2305477" h="698500">
                  <a:moveTo>
                    <a:pt x="2296836" y="373277"/>
                  </a:moveTo>
                  <a:lnTo>
                    <a:pt x="2121595" y="674473"/>
                  </a:lnTo>
                  <a:cubicBezTo>
                    <a:pt x="2112940" y="689349"/>
                    <a:pt x="2097028" y="698500"/>
                    <a:pt x="2079817" y="698500"/>
                  </a:cubicBezTo>
                  <a:lnTo>
                    <a:pt x="225660" y="698500"/>
                  </a:lnTo>
                  <a:cubicBezTo>
                    <a:pt x="208450" y="698500"/>
                    <a:pt x="192538" y="689349"/>
                    <a:pt x="183883" y="674473"/>
                  </a:cubicBezTo>
                  <a:lnTo>
                    <a:pt x="8641" y="373277"/>
                  </a:lnTo>
                  <a:cubicBezTo>
                    <a:pt x="0" y="358424"/>
                    <a:pt x="0" y="340076"/>
                    <a:pt x="8641" y="325223"/>
                  </a:cubicBezTo>
                  <a:lnTo>
                    <a:pt x="183883" y="24027"/>
                  </a:lnTo>
                  <a:cubicBezTo>
                    <a:pt x="192538" y="9151"/>
                    <a:pt x="208450" y="0"/>
                    <a:pt x="225660" y="0"/>
                  </a:cubicBezTo>
                  <a:lnTo>
                    <a:pt x="2079817" y="0"/>
                  </a:lnTo>
                  <a:cubicBezTo>
                    <a:pt x="2097028" y="0"/>
                    <a:pt x="2112940" y="9151"/>
                    <a:pt x="2121595" y="24027"/>
                  </a:cubicBezTo>
                  <a:lnTo>
                    <a:pt x="2296836" y="325223"/>
                  </a:lnTo>
                  <a:cubicBezTo>
                    <a:pt x="2305477" y="340076"/>
                    <a:pt x="2305477" y="358424"/>
                    <a:pt x="2296836" y="373277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03C347CC-1819-B1DE-3830-A4F124BE762A}"/>
                </a:ext>
              </a:extLst>
            </p:cNvPr>
            <p:cNvSpPr txBox="1"/>
            <p:nvPr/>
          </p:nvSpPr>
          <p:spPr>
            <a:xfrm>
              <a:off x="114300" y="-38100"/>
              <a:ext cx="208755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8F523E64-3138-1676-1B20-75F76BD9403D}"/>
              </a:ext>
            </a:extLst>
          </p:cNvPr>
          <p:cNvGrpSpPr/>
          <p:nvPr/>
        </p:nvGrpSpPr>
        <p:grpSpPr>
          <a:xfrm>
            <a:off x="14325600" y="-6373107"/>
            <a:ext cx="8621832" cy="7401807"/>
            <a:chOff x="0" y="0"/>
            <a:chExt cx="712319" cy="6985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40729309-DA81-0320-696F-B577C1D22B79}"/>
                </a:ext>
              </a:extLst>
            </p:cNvPr>
            <p:cNvSpPr/>
            <p:nvPr/>
          </p:nvSpPr>
          <p:spPr>
            <a:xfrm>
              <a:off x="3307" y="0"/>
              <a:ext cx="705706" cy="698500"/>
            </a:xfrm>
            <a:custGeom>
              <a:avLst/>
              <a:gdLst/>
              <a:ahLst/>
              <a:cxnLst/>
              <a:rect l="l" t="t" r="r" b="b"/>
              <a:pathLst>
                <a:path w="705706" h="698500">
                  <a:moveTo>
                    <a:pt x="700353" y="364133"/>
                  </a:moveTo>
                  <a:lnTo>
                    <a:pt x="514471" y="683617"/>
                  </a:lnTo>
                  <a:cubicBezTo>
                    <a:pt x="509110" y="692831"/>
                    <a:pt x="499254" y="698500"/>
                    <a:pt x="488593" y="698500"/>
                  </a:cubicBezTo>
                  <a:lnTo>
                    <a:pt x="217112" y="698500"/>
                  </a:lnTo>
                  <a:cubicBezTo>
                    <a:pt x="206451" y="698500"/>
                    <a:pt x="196595" y="692831"/>
                    <a:pt x="191234" y="683617"/>
                  </a:cubicBezTo>
                  <a:lnTo>
                    <a:pt x="5352" y="364133"/>
                  </a:lnTo>
                  <a:cubicBezTo>
                    <a:pt x="0" y="354933"/>
                    <a:pt x="0" y="343567"/>
                    <a:pt x="5352" y="334367"/>
                  </a:cubicBezTo>
                  <a:lnTo>
                    <a:pt x="191234" y="14883"/>
                  </a:lnTo>
                  <a:cubicBezTo>
                    <a:pt x="196595" y="5669"/>
                    <a:pt x="206451" y="0"/>
                    <a:pt x="217112" y="0"/>
                  </a:cubicBezTo>
                  <a:lnTo>
                    <a:pt x="488593" y="0"/>
                  </a:lnTo>
                  <a:cubicBezTo>
                    <a:pt x="499254" y="0"/>
                    <a:pt x="509110" y="5669"/>
                    <a:pt x="514471" y="14883"/>
                  </a:cubicBezTo>
                  <a:lnTo>
                    <a:pt x="700353" y="334367"/>
                  </a:lnTo>
                  <a:cubicBezTo>
                    <a:pt x="705705" y="343567"/>
                    <a:pt x="705705" y="354933"/>
                    <a:pt x="700353" y="364133"/>
                  </a:cubicBezTo>
                  <a:close/>
                </a:path>
              </a:pathLst>
            </a:custGeom>
            <a:solidFill>
              <a:srgbClr val="05697B"/>
            </a:solidFill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7FC5FBAE-E33F-A881-7C19-850D5D09182D}"/>
                </a:ext>
              </a:extLst>
            </p:cNvPr>
            <p:cNvSpPr txBox="1"/>
            <p:nvPr/>
          </p:nvSpPr>
          <p:spPr>
            <a:xfrm>
              <a:off x="114300" y="-38100"/>
              <a:ext cx="483719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6BBCBFB3-BC4D-B3FE-1D7E-0AB4DEEE5015}"/>
              </a:ext>
            </a:extLst>
          </p:cNvPr>
          <p:cNvGrpSpPr/>
          <p:nvPr/>
        </p:nvGrpSpPr>
        <p:grpSpPr>
          <a:xfrm>
            <a:off x="16200411" y="-3096191"/>
            <a:ext cx="4918926" cy="3684713"/>
            <a:chOff x="0" y="0"/>
            <a:chExt cx="668203" cy="6985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7E2717D8-D411-A4AA-425A-255C2063B821}"/>
                </a:ext>
              </a:extLst>
            </p:cNvPr>
            <p:cNvSpPr/>
            <p:nvPr/>
          </p:nvSpPr>
          <p:spPr>
            <a:xfrm>
              <a:off x="6260" y="0"/>
              <a:ext cx="655684" cy="698500"/>
            </a:xfrm>
            <a:custGeom>
              <a:avLst/>
              <a:gdLst/>
              <a:ahLst/>
              <a:cxnLst/>
              <a:rect l="l" t="t" r="r" b="b"/>
              <a:pathLst>
                <a:path w="655684" h="698500">
                  <a:moveTo>
                    <a:pt x="645549" y="377427"/>
                  </a:moveTo>
                  <a:lnTo>
                    <a:pt x="475137" y="670323"/>
                  </a:lnTo>
                  <a:cubicBezTo>
                    <a:pt x="464987" y="687768"/>
                    <a:pt x="446327" y="698500"/>
                    <a:pt x="426144" y="698500"/>
                  </a:cubicBezTo>
                  <a:lnTo>
                    <a:pt x="229539" y="698500"/>
                  </a:lnTo>
                  <a:cubicBezTo>
                    <a:pt x="209356" y="698500"/>
                    <a:pt x="190696" y="687768"/>
                    <a:pt x="180546" y="670323"/>
                  </a:cubicBezTo>
                  <a:lnTo>
                    <a:pt x="10134" y="377427"/>
                  </a:lnTo>
                  <a:cubicBezTo>
                    <a:pt x="0" y="360009"/>
                    <a:pt x="0" y="338491"/>
                    <a:pt x="10134" y="321073"/>
                  </a:cubicBezTo>
                  <a:lnTo>
                    <a:pt x="180546" y="28177"/>
                  </a:lnTo>
                  <a:cubicBezTo>
                    <a:pt x="190696" y="10732"/>
                    <a:pt x="209356" y="0"/>
                    <a:pt x="229539" y="0"/>
                  </a:cubicBezTo>
                  <a:lnTo>
                    <a:pt x="426144" y="0"/>
                  </a:lnTo>
                  <a:cubicBezTo>
                    <a:pt x="446327" y="0"/>
                    <a:pt x="464987" y="10732"/>
                    <a:pt x="475137" y="28177"/>
                  </a:cubicBezTo>
                  <a:lnTo>
                    <a:pt x="645549" y="321073"/>
                  </a:lnTo>
                  <a:cubicBezTo>
                    <a:pt x="655683" y="338491"/>
                    <a:pt x="655683" y="360009"/>
                    <a:pt x="645549" y="377427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44E6CDB8-1D69-33D3-88A9-02DF4C3DFA8B}"/>
                </a:ext>
              </a:extLst>
            </p:cNvPr>
            <p:cNvSpPr txBox="1"/>
            <p:nvPr/>
          </p:nvSpPr>
          <p:spPr>
            <a:xfrm>
              <a:off x="114300" y="-38100"/>
              <a:ext cx="43960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15B35BD-C71E-FC18-C0B9-FE95C7CDA1E9}"/>
              </a:ext>
            </a:extLst>
          </p:cNvPr>
          <p:cNvGrpSpPr/>
          <p:nvPr/>
        </p:nvGrpSpPr>
        <p:grpSpPr>
          <a:xfrm>
            <a:off x="16137534" y="-2371094"/>
            <a:ext cx="5091140" cy="3171194"/>
            <a:chOff x="0" y="0"/>
            <a:chExt cx="793214" cy="698500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837D957-D3B2-98E7-36CA-4B4C6F057BD4}"/>
                </a:ext>
              </a:extLst>
            </p:cNvPr>
            <p:cNvSpPr/>
            <p:nvPr/>
          </p:nvSpPr>
          <p:spPr>
            <a:xfrm>
              <a:off x="5655" y="0"/>
              <a:ext cx="781904" cy="698500"/>
            </a:xfrm>
            <a:custGeom>
              <a:avLst/>
              <a:gdLst/>
              <a:ahLst/>
              <a:cxnLst/>
              <a:rect l="l" t="t" r="r" b="b"/>
              <a:pathLst>
                <a:path w="781904" h="698500">
                  <a:moveTo>
                    <a:pt x="772749" y="374704"/>
                  </a:moveTo>
                  <a:lnTo>
                    <a:pt x="599169" y="673046"/>
                  </a:lnTo>
                  <a:cubicBezTo>
                    <a:pt x="589999" y="688805"/>
                    <a:pt x="573142" y="698500"/>
                    <a:pt x="554910" y="698500"/>
                  </a:cubicBezTo>
                  <a:lnTo>
                    <a:pt x="226994" y="698500"/>
                  </a:lnTo>
                  <a:cubicBezTo>
                    <a:pt x="208762" y="698500"/>
                    <a:pt x="191904" y="688805"/>
                    <a:pt x="182735" y="673046"/>
                  </a:cubicBezTo>
                  <a:lnTo>
                    <a:pt x="9155" y="374704"/>
                  </a:lnTo>
                  <a:cubicBezTo>
                    <a:pt x="0" y="358969"/>
                    <a:pt x="0" y="339531"/>
                    <a:pt x="9155" y="323796"/>
                  </a:cubicBezTo>
                  <a:lnTo>
                    <a:pt x="182735" y="25454"/>
                  </a:lnTo>
                  <a:cubicBezTo>
                    <a:pt x="191904" y="9695"/>
                    <a:pt x="208762" y="0"/>
                    <a:pt x="226994" y="0"/>
                  </a:cubicBezTo>
                  <a:lnTo>
                    <a:pt x="554910" y="0"/>
                  </a:lnTo>
                  <a:cubicBezTo>
                    <a:pt x="573142" y="0"/>
                    <a:pt x="589999" y="9695"/>
                    <a:pt x="599169" y="25454"/>
                  </a:cubicBezTo>
                  <a:lnTo>
                    <a:pt x="772749" y="323796"/>
                  </a:lnTo>
                  <a:cubicBezTo>
                    <a:pt x="781904" y="339531"/>
                    <a:pt x="781904" y="358969"/>
                    <a:pt x="772749" y="374704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7A375C0C-A88D-EED6-231D-ECB8BCD61740}"/>
                </a:ext>
              </a:extLst>
            </p:cNvPr>
            <p:cNvSpPr txBox="1"/>
            <p:nvPr/>
          </p:nvSpPr>
          <p:spPr>
            <a:xfrm>
              <a:off x="114300" y="-38100"/>
              <a:ext cx="56461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0F60CD58-5923-35E6-D579-6A8C1B193B06}"/>
              </a:ext>
            </a:extLst>
          </p:cNvPr>
          <p:cNvGrpSpPr/>
          <p:nvPr/>
        </p:nvGrpSpPr>
        <p:grpSpPr>
          <a:xfrm>
            <a:off x="15545772" y="9714689"/>
            <a:ext cx="5195427" cy="3616322"/>
            <a:chOff x="0" y="0"/>
            <a:chExt cx="1003507" cy="698500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8350D59E-8FC5-17DC-7654-34ED7CED617F}"/>
                </a:ext>
              </a:extLst>
            </p:cNvPr>
            <p:cNvSpPr/>
            <p:nvPr/>
          </p:nvSpPr>
          <p:spPr>
            <a:xfrm>
              <a:off x="7154" y="0"/>
              <a:ext cx="989200" cy="698500"/>
            </a:xfrm>
            <a:custGeom>
              <a:avLst/>
              <a:gdLst/>
              <a:ahLst/>
              <a:cxnLst/>
              <a:rect l="l" t="t" r="r" b="b"/>
              <a:pathLst>
                <a:path w="989200" h="698500">
                  <a:moveTo>
                    <a:pt x="977619" y="381450"/>
                  </a:moveTo>
                  <a:lnTo>
                    <a:pt x="811888" y="666300"/>
                  </a:lnTo>
                  <a:cubicBezTo>
                    <a:pt x="800289" y="686236"/>
                    <a:pt x="778964" y="698500"/>
                    <a:pt x="755900" y="698500"/>
                  </a:cubicBezTo>
                  <a:lnTo>
                    <a:pt x="233300" y="698500"/>
                  </a:lnTo>
                  <a:cubicBezTo>
                    <a:pt x="210235" y="698500"/>
                    <a:pt x="188910" y="686236"/>
                    <a:pt x="177311" y="666300"/>
                  </a:cubicBezTo>
                  <a:lnTo>
                    <a:pt x="11581" y="381450"/>
                  </a:lnTo>
                  <a:cubicBezTo>
                    <a:pt x="0" y="361545"/>
                    <a:pt x="0" y="336955"/>
                    <a:pt x="11581" y="317050"/>
                  </a:cubicBezTo>
                  <a:lnTo>
                    <a:pt x="177311" y="32200"/>
                  </a:lnTo>
                  <a:cubicBezTo>
                    <a:pt x="188910" y="12264"/>
                    <a:pt x="210235" y="0"/>
                    <a:pt x="233300" y="0"/>
                  </a:cubicBezTo>
                  <a:lnTo>
                    <a:pt x="755900" y="0"/>
                  </a:lnTo>
                  <a:cubicBezTo>
                    <a:pt x="778964" y="0"/>
                    <a:pt x="800289" y="12264"/>
                    <a:pt x="811888" y="32200"/>
                  </a:cubicBezTo>
                  <a:lnTo>
                    <a:pt x="977619" y="317050"/>
                  </a:lnTo>
                  <a:cubicBezTo>
                    <a:pt x="989200" y="336955"/>
                    <a:pt x="989200" y="361545"/>
                    <a:pt x="977619" y="381450"/>
                  </a:cubicBezTo>
                  <a:close/>
                </a:path>
              </a:pathLst>
            </a:custGeom>
            <a:solidFill>
              <a:srgbClr val="EDF0EF"/>
            </a:solidFill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9934576-F442-2165-49F6-A4665E091341}"/>
                </a:ext>
              </a:extLst>
            </p:cNvPr>
            <p:cNvSpPr txBox="1"/>
            <p:nvPr/>
          </p:nvSpPr>
          <p:spPr>
            <a:xfrm>
              <a:off x="114300" y="-38100"/>
              <a:ext cx="774907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DBE8BC2E-4FF1-DA30-3B33-6B77C257B2B6}"/>
              </a:ext>
            </a:extLst>
          </p:cNvPr>
          <p:cNvGrpSpPr/>
          <p:nvPr/>
        </p:nvGrpSpPr>
        <p:grpSpPr>
          <a:xfrm>
            <a:off x="16879382" y="9430708"/>
            <a:ext cx="3207045" cy="2165678"/>
            <a:chOff x="0" y="0"/>
            <a:chExt cx="1034374" cy="6985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B4C2A79A-DFE5-A23A-E115-7C261EE33B9E}"/>
                </a:ext>
              </a:extLst>
            </p:cNvPr>
            <p:cNvSpPr/>
            <p:nvPr/>
          </p:nvSpPr>
          <p:spPr>
            <a:xfrm>
              <a:off x="11589" y="0"/>
              <a:ext cx="1011196" cy="698500"/>
            </a:xfrm>
            <a:custGeom>
              <a:avLst/>
              <a:gdLst/>
              <a:ahLst/>
              <a:cxnLst/>
              <a:rect l="l" t="t" r="r" b="b"/>
              <a:pathLst>
                <a:path w="1011196" h="698500">
                  <a:moveTo>
                    <a:pt x="992435" y="401414"/>
                  </a:moveTo>
                  <a:lnTo>
                    <a:pt x="849935" y="646336"/>
                  </a:lnTo>
                  <a:cubicBezTo>
                    <a:pt x="831145" y="678632"/>
                    <a:pt x="796599" y="698500"/>
                    <a:pt x="759234" y="698500"/>
                  </a:cubicBezTo>
                  <a:lnTo>
                    <a:pt x="251962" y="698500"/>
                  </a:lnTo>
                  <a:cubicBezTo>
                    <a:pt x="214597" y="698500"/>
                    <a:pt x="180051" y="678632"/>
                    <a:pt x="161261" y="646336"/>
                  </a:cubicBezTo>
                  <a:lnTo>
                    <a:pt x="18761" y="401414"/>
                  </a:lnTo>
                  <a:cubicBezTo>
                    <a:pt x="0" y="369168"/>
                    <a:pt x="0" y="329332"/>
                    <a:pt x="18761" y="297086"/>
                  </a:cubicBezTo>
                  <a:lnTo>
                    <a:pt x="161261" y="52164"/>
                  </a:lnTo>
                  <a:cubicBezTo>
                    <a:pt x="180051" y="19868"/>
                    <a:pt x="214597" y="0"/>
                    <a:pt x="251962" y="0"/>
                  </a:cubicBezTo>
                  <a:lnTo>
                    <a:pt x="759234" y="0"/>
                  </a:lnTo>
                  <a:cubicBezTo>
                    <a:pt x="796599" y="0"/>
                    <a:pt x="831145" y="19868"/>
                    <a:pt x="849935" y="52164"/>
                  </a:cubicBezTo>
                  <a:lnTo>
                    <a:pt x="992435" y="297086"/>
                  </a:lnTo>
                  <a:cubicBezTo>
                    <a:pt x="1011196" y="329332"/>
                    <a:pt x="1011196" y="369168"/>
                    <a:pt x="992435" y="401414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623D9429-5E31-9970-496E-1045E8F32BBB}"/>
                </a:ext>
              </a:extLst>
            </p:cNvPr>
            <p:cNvSpPr txBox="1"/>
            <p:nvPr/>
          </p:nvSpPr>
          <p:spPr>
            <a:xfrm>
              <a:off x="114300" y="-38100"/>
              <a:ext cx="80577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7" name="Group 47">
            <a:extLst>
              <a:ext uri="{FF2B5EF4-FFF2-40B4-BE49-F238E27FC236}">
                <a16:creationId xmlns:a16="http://schemas.microsoft.com/office/drawing/2014/main" id="{885512ED-FDE2-F0BF-28A7-DC4754CDFF64}"/>
              </a:ext>
            </a:extLst>
          </p:cNvPr>
          <p:cNvGrpSpPr/>
          <p:nvPr/>
        </p:nvGrpSpPr>
        <p:grpSpPr>
          <a:xfrm>
            <a:off x="-3881030" y="1996214"/>
            <a:ext cx="4477612" cy="2482363"/>
            <a:chOff x="0" y="0"/>
            <a:chExt cx="1259934" cy="698500"/>
          </a:xfrm>
        </p:grpSpPr>
        <p:sp>
          <p:nvSpPr>
            <p:cNvPr id="48" name="Freeform 48">
              <a:extLst>
                <a:ext uri="{FF2B5EF4-FFF2-40B4-BE49-F238E27FC236}">
                  <a16:creationId xmlns:a16="http://schemas.microsoft.com/office/drawing/2014/main" id="{0419D6C6-293D-58E3-502F-982A73B08E99}"/>
                </a:ext>
              </a:extLst>
            </p:cNvPr>
            <p:cNvSpPr/>
            <p:nvPr/>
          </p:nvSpPr>
          <p:spPr>
            <a:xfrm>
              <a:off x="8300" y="0"/>
              <a:ext cx="1243333" cy="698500"/>
            </a:xfrm>
            <a:custGeom>
              <a:avLst/>
              <a:gdLst/>
              <a:ahLst/>
              <a:cxnLst/>
              <a:rect l="l" t="t" r="r" b="b"/>
              <a:pathLst>
                <a:path w="1243333" h="698500">
                  <a:moveTo>
                    <a:pt x="1229896" y="386612"/>
                  </a:moveTo>
                  <a:lnTo>
                    <a:pt x="1070171" y="661138"/>
                  </a:lnTo>
                  <a:cubicBezTo>
                    <a:pt x="1056713" y="684270"/>
                    <a:pt x="1031970" y="698500"/>
                    <a:pt x="1005208" y="698500"/>
                  </a:cubicBezTo>
                  <a:lnTo>
                    <a:pt x="238126" y="698500"/>
                  </a:lnTo>
                  <a:cubicBezTo>
                    <a:pt x="211364" y="698500"/>
                    <a:pt x="186620" y="684270"/>
                    <a:pt x="173162" y="661138"/>
                  </a:cubicBezTo>
                  <a:lnTo>
                    <a:pt x="13438" y="386612"/>
                  </a:lnTo>
                  <a:cubicBezTo>
                    <a:pt x="0" y="363516"/>
                    <a:pt x="0" y="334984"/>
                    <a:pt x="13438" y="311888"/>
                  </a:cubicBezTo>
                  <a:lnTo>
                    <a:pt x="173162" y="37362"/>
                  </a:lnTo>
                  <a:cubicBezTo>
                    <a:pt x="186620" y="14230"/>
                    <a:pt x="211364" y="0"/>
                    <a:pt x="238126" y="0"/>
                  </a:cubicBezTo>
                  <a:lnTo>
                    <a:pt x="1005208" y="0"/>
                  </a:lnTo>
                  <a:cubicBezTo>
                    <a:pt x="1031970" y="0"/>
                    <a:pt x="1056713" y="14230"/>
                    <a:pt x="1070171" y="37362"/>
                  </a:cubicBezTo>
                  <a:lnTo>
                    <a:pt x="1229896" y="311888"/>
                  </a:lnTo>
                  <a:cubicBezTo>
                    <a:pt x="1243333" y="334984"/>
                    <a:pt x="1243333" y="363516"/>
                    <a:pt x="1229896" y="386612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9" name="TextBox 49">
              <a:extLst>
                <a:ext uri="{FF2B5EF4-FFF2-40B4-BE49-F238E27FC236}">
                  <a16:creationId xmlns:a16="http://schemas.microsoft.com/office/drawing/2014/main" id="{0115FC91-8C04-7B61-1E59-07A7A823EADF}"/>
                </a:ext>
              </a:extLst>
            </p:cNvPr>
            <p:cNvSpPr txBox="1"/>
            <p:nvPr/>
          </p:nvSpPr>
          <p:spPr>
            <a:xfrm>
              <a:off x="114300" y="-38100"/>
              <a:ext cx="103133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E49AFE98-41DA-6448-0BAF-2A9744A653D4}"/>
              </a:ext>
            </a:extLst>
          </p:cNvPr>
          <p:cNvSpPr txBox="1"/>
          <p:nvPr/>
        </p:nvSpPr>
        <p:spPr>
          <a:xfrm>
            <a:off x="190378" y="243507"/>
            <a:ext cx="58301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Procedure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2BBB034-D777-198A-D134-49D205B37B0F}"/>
              </a:ext>
            </a:extLst>
          </p:cNvPr>
          <p:cNvSpPr/>
          <p:nvPr/>
        </p:nvSpPr>
        <p:spPr>
          <a:xfrm>
            <a:off x="16365605" y="2325235"/>
            <a:ext cx="1777880" cy="32426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STORAGE -3</a:t>
            </a:r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C9CC9C63-C1B6-41C0-57ED-B8B3AC9C3A30}"/>
              </a:ext>
            </a:extLst>
          </p:cNvPr>
          <p:cNvSpPr/>
          <p:nvPr/>
        </p:nvSpPr>
        <p:spPr>
          <a:xfrm>
            <a:off x="17031166" y="5203313"/>
            <a:ext cx="741417" cy="185354"/>
          </a:xfrm>
          <a:custGeom>
            <a:avLst/>
            <a:gdLst/>
            <a:ahLst/>
            <a:cxnLst/>
            <a:rect l="l" t="t" r="r" b="b"/>
            <a:pathLst>
              <a:path w="741417" h="185354">
                <a:moveTo>
                  <a:pt x="0" y="0"/>
                </a:moveTo>
                <a:lnTo>
                  <a:pt x="741417" y="0"/>
                </a:lnTo>
                <a:lnTo>
                  <a:pt x="741417" y="185355"/>
                </a:lnTo>
                <a:lnTo>
                  <a:pt x="0" y="185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82745809-C3ED-5427-9252-1486ED8E2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3697958"/>
            <a:ext cx="12593583" cy="3942234"/>
          </a:xfrm>
          <a:prstGeom prst="rect">
            <a:avLst/>
          </a:prstGeom>
        </p:spPr>
      </p:pic>
      <p:sp>
        <p:nvSpPr>
          <p:cNvPr id="61" name="Oval 60">
            <a:extLst>
              <a:ext uri="{FF2B5EF4-FFF2-40B4-BE49-F238E27FC236}">
                <a16:creationId xmlns:a16="http://schemas.microsoft.com/office/drawing/2014/main" id="{3C3F4459-009C-E7C6-B207-49D8BDE66480}"/>
              </a:ext>
            </a:extLst>
          </p:cNvPr>
          <p:cNvSpPr/>
          <p:nvPr/>
        </p:nvSpPr>
        <p:spPr>
          <a:xfrm>
            <a:off x="10134600" y="1961143"/>
            <a:ext cx="1524000" cy="8309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Motor-1 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713BD1B0-C475-4A72-804C-4055328AD3DE}"/>
              </a:ext>
            </a:extLst>
          </p:cNvPr>
          <p:cNvSpPr/>
          <p:nvPr/>
        </p:nvSpPr>
        <p:spPr>
          <a:xfrm>
            <a:off x="14248156" y="5408795"/>
            <a:ext cx="1524000" cy="8309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Motor-2 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133F790-7CBF-B088-AFB9-A4C6484A7B35}"/>
              </a:ext>
            </a:extLst>
          </p:cNvPr>
          <p:cNvSpPr/>
          <p:nvPr/>
        </p:nvSpPr>
        <p:spPr>
          <a:xfrm>
            <a:off x="6066300" y="5470996"/>
            <a:ext cx="533400" cy="53863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5128BA1-8CA1-2EC2-E2B6-87FFA22FEBE9}"/>
              </a:ext>
            </a:extLst>
          </p:cNvPr>
          <p:cNvSpPr/>
          <p:nvPr/>
        </p:nvSpPr>
        <p:spPr>
          <a:xfrm>
            <a:off x="6854132" y="5470996"/>
            <a:ext cx="533400" cy="53863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771DBCB-1164-5B42-F1B8-205E5084D443}"/>
              </a:ext>
            </a:extLst>
          </p:cNvPr>
          <p:cNvSpPr/>
          <p:nvPr/>
        </p:nvSpPr>
        <p:spPr>
          <a:xfrm>
            <a:off x="3043704" y="3023128"/>
            <a:ext cx="7319496" cy="6858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A2CC315-F051-1BA4-62BB-3226DDC3D36C}"/>
              </a:ext>
            </a:extLst>
          </p:cNvPr>
          <p:cNvSpPr/>
          <p:nvPr/>
        </p:nvSpPr>
        <p:spPr>
          <a:xfrm>
            <a:off x="2451932" y="8477364"/>
            <a:ext cx="8940279" cy="6858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E5DF5B6-8FA7-59FF-62C5-9B85B57CEBD6}"/>
              </a:ext>
            </a:extLst>
          </p:cNvPr>
          <p:cNvSpPr/>
          <p:nvPr/>
        </p:nvSpPr>
        <p:spPr>
          <a:xfrm rot="16200000">
            <a:off x="12252219" y="3697412"/>
            <a:ext cx="2482363" cy="6858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FEF4B67-358F-BF7C-6AB4-17DD60CF80CA}"/>
              </a:ext>
            </a:extLst>
          </p:cNvPr>
          <p:cNvSpPr/>
          <p:nvPr/>
        </p:nvSpPr>
        <p:spPr>
          <a:xfrm rot="10800000">
            <a:off x="13836301" y="2815089"/>
            <a:ext cx="3155699" cy="6858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0A031C9C-C5C8-97DD-0666-7AA46FA9E3B8}"/>
              </a:ext>
            </a:extLst>
          </p:cNvPr>
          <p:cNvSpPr/>
          <p:nvPr/>
        </p:nvSpPr>
        <p:spPr>
          <a:xfrm>
            <a:off x="11658600" y="7813142"/>
            <a:ext cx="1524000" cy="8309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Motor-3 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5F433F7-E368-F867-2515-9C89EDA54B5B}"/>
              </a:ext>
            </a:extLst>
          </p:cNvPr>
          <p:cNvSpPr/>
          <p:nvPr/>
        </p:nvSpPr>
        <p:spPr>
          <a:xfrm>
            <a:off x="1515168" y="2325234"/>
            <a:ext cx="1963768" cy="18243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STORAGE -1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56230A9-725F-6E71-704E-5E5EDE541750}"/>
              </a:ext>
            </a:extLst>
          </p:cNvPr>
          <p:cNvSpPr/>
          <p:nvPr/>
        </p:nvSpPr>
        <p:spPr>
          <a:xfrm>
            <a:off x="900748" y="7565203"/>
            <a:ext cx="1766249" cy="18243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STORAGE -2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F3D3368-EB62-0507-EBE6-929D88B622F1}"/>
              </a:ext>
            </a:extLst>
          </p:cNvPr>
          <p:cNvSpPr/>
          <p:nvPr/>
        </p:nvSpPr>
        <p:spPr>
          <a:xfrm rot="2660607">
            <a:off x="9770104" y="4682696"/>
            <a:ext cx="449395" cy="4000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CAA914C-EED4-D8C9-D713-D140A0886C86}"/>
              </a:ext>
            </a:extLst>
          </p:cNvPr>
          <p:cNvSpPr/>
          <p:nvPr/>
        </p:nvSpPr>
        <p:spPr>
          <a:xfrm rot="2660607">
            <a:off x="10210396" y="4215677"/>
            <a:ext cx="449395" cy="4000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6AE6694-DE26-3654-7225-D036A9C92320}"/>
              </a:ext>
            </a:extLst>
          </p:cNvPr>
          <p:cNvSpPr/>
          <p:nvPr/>
        </p:nvSpPr>
        <p:spPr>
          <a:xfrm>
            <a:off x="2334290" y="3628715"/>
            <a:ext cx="449395" cy="4000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F34FE15-8C5D-4322-F903-51E115422054}"/>
              </a:ext>
            </a:extLst>
          </p:cNvPr>
          <p:cNvSpPr/>
          <p:nvPr/>
        </p:nvSpPr>
        <p:spPr>
          <a:xfrm rot="2766710">
            <a:off x="9697881" y="6357205"/>
            <a:ext cx="436855" cy="4136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9D8C49A-DC6F-0C9B-D088-5BC4D475C5F7}"/>
              </a:ext>
            </a:extLst>
          </p:cNvPr>
          <p:cNvSpPr/>
          <p:nvPr/>
        </p:nvSpPr>
        <p:spPr>
          <a:xfrm rot="2766710">
            <a:off x="10187358" y="6799776"/>
            <a:ext cx="436855" cy="4136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98B92F0-DE48-6F60-710A-13CC361769A8}"/>
              </a:ext>
            </a:extLst>
          </p:cNvPr>
          <p:cNvGrpSpPr/>
          <p:nvPr/>
        </p:nvGrpSpPr>
        <p:grpSpPr>
          <a:xfrm>
            <a:off x="6170052" y="2858844"/>
            <a:ext cx="1066800" cy="952500"/>
            <a:chOff x="10363200" y="3006922"/>
            <a:chExt cx="1066800" cy="952500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665ABD4-B9C2-0AC5-7285-B2236A13241E}"/>
                </a:ext>
              </a:extLst>
            </p:cNvPr>
            <p:cNvSpPr/>
            <p:nvPr/>
          </p:nvSpPr>
          <p:spPr>
            <a:xfrm>
              <a:off x="10363200" y="3006922"/>
              <a:ext cx="1066800" cy="9525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0B5D2B24-7C0E-7825-0433-17F529ED97C6}"/>
                </a:ext>
              </a:extLst>
            </p:cNvPr>
            <p:cNvSpPr/>
            <p:nvPr/>
          </p:nvSpPr>
          <p:spPr>
            <a:xfrm rot="2660607">
              <a:off x="10564840" y="3289966"/>
              <a:ext cx="449395" cy="400019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E172A53-DB7E-6C8E-0150-A42B95C38797}"/>
                </a:ext>
              </a:extLst>
            </p:cNvPr>
            <p:cNvSpPr/>
            <p:nvPr/>
          </p:nvSpPr>
          <p:spPr>
            <a:xfrm rot="2660607">
              <a:off x="10893571" y="3336560"/>
              <a:ext cx="449395" cy="400019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5E3D9552-ADD1-40FA-7D90-E691CD82CECB}"/>
                </a:ext>
              </a:extLst>
            </p:cNvPr>
            <p:cNvSpPr/>
            <p:nvPr/>
          </p:nvSpPr>
          <p:spPr>
            <a:xfrm rot="2660607">
              <a:off x="10516508" y="3537404"/>
              <a:ext cx="449395" cy="400019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1CEAC86-C07D-0DCE-F860-4D1D66A229ED}"/>
              </a:ext>
            </a:extLst>
          </p:cNvPr>
          <p:cNvGrpSpPr/>
          <p:nvPr/>
        </p:nvGrpSpPr>
        <p:grpSpPr>
          <a:xfrm>
            <a:off x="10386301" y="2954165"/>
            <a:ext cx="1066800" cy="952500"/>
            <a:chOff x="10363200" y="3006922"/>
            <a:chExt cx="1066800" cy="952500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5148F5BC-9FDA-3221-0257-711A4BDEF7CF}"/>
                </a:ext>
              </a:extLst>
            </p:cNvPr>
            <p:cNvSpPr/>
            <p:nvPr/>
          </p:nvSpPr>
          <p:spPr>
            <a:xfrm>
              <a:off x="10363200" y="3006922"/>
              <a:ext cx="1066800" cy="9525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808C8759-6244-605A-F5BF-F127ABBB8F5E}"/>
                </a:ext>
              </a:extLst>
            </p:cNvPr>
            <p:cNvSpPr/>
            <p:nvPr/>
          </p:nvSpPr>
          <p:spPr>
            <a:xfrm rot="2660607">
              <a:off x="10564840" y="3289966"/>
              <a:ext cx="449395" cy="400019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AC52DEFD-579F-7289-78E8-BB1620088C70}"/>
                </a:ext>
              </a:extLst>
            </p:cNvPr>
            <p:cNvSpPr/>
            <p:nvPr/>
          </p:nvSpPr>
          <p:spPr>
            <a:xfrm rot="2660607">
              <a:off x="10893571" y="3336560"/>
              <a:ext cx="449395" cy="400019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D50FB413-9FB1-9784-E94F-9293D28AEF34}"/>
                </a:ext>
              </a:extLst>
            </p:cNvPr>
            <p:cNvSpPr/>
            <p:nvPr/>
          </p:nvSpPr>
          <p:spPr>
            <a:xfrm rot="2660607">
              <a:off x="10516508" y="3537404"/>
              <a:ext cx="449395" cy="400019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9EEEE51-5E48-501A-D1CF-1E4A2EA575D8}"/>
              </a:ext>
            </a:extLst>
          </p:cNvPr>
          <p:cNvGrpSpPr/>
          <p:nvPr/>
        </p:nvGrpSpPr>
        <p:grpSpPr>
          <a:xfrm>
            <a:off x="5762495" y="8287224"/>
            <a:ext cx="1066800" cy="952500"/>
            <a:chOff x="10337134" y="7524863"/>
            <a:chExt cx="1066800" cy="952500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B2E5BDE9-9526-6109-AC38-5D7420F4D3B3}"/>
                </a:ext>
              </a:extLst>
            </p:cNvPr>
            <p:cNvGrpSpPr/>
            <p:nvPr/>
          </p:nvGrpSpPr>
          <p:grpSpPr>
            <a:xfrm>
              <a:off x="10337134" y="7524863"/>
              <a:ext cx="1066800" cy="952500"/>
              <a:chOff x="10337134" y="7524863"/>
              <a:chExt cx="1066800" cy="952500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4CA726AB-A258-5039-E518-827FDCB0E57C}"/>
                  </a:ext>
                </a:extLst>
              </p:cNvPr>
              <p:cNvSpPr/>
              <p:nvPr/>
            </p:nvSpPr>
            <p:spPr>
              <a:xfrm>
                <a:off x="10337134" y="7524863"/>
                <a:ext cx="1066800" cy="9525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7336566E-19F1-3DBA-FE49-ECF79F1A54D1}"/>
                  </a:ext>
                </a:extLst>
              </p:cNvPr>
              <p:cNvSpPr/>
              <p:nvPr/>
            </p:nvSpPr>
            <p:spPr>
              <a:xfrm>
                <a:off x="10804207" y="7985426"/>
                <a:ext cx="436855" cy="413681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ABE4E6C6-9AB2-2A6A-4DD7-193D6B55A3E6}"/>
                  </a:ext>
                </a:extLst>
              </p:cNvPr>
              <p:cNvSpPr/>
              <p:nvPr/>
            </p:nvSpPr>
            <p:spPr>
              <a:xfrm>
                <a:off x="10405785" y="7962969"/>
                <a:ext cx="436855" cy="413681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DAF5270-B0C7-A25D-17FC-7F88A28FCF4C}"/>
                </a:ext>
              </a:extLst>
            </p:cNvPr>
            <p:cNvSpPr/>
            <p:nvPr/>
          </p:nvSpPr>
          <p:spPr>
            <a:xfrm>
              <a:off x="10594210" y="7666557"/>
              <a:ext cx="436855" cy="413681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5E896E44-51BB-3DFD-164E-118FCD321BA1}"/>
              </a:ext>
            </a:extLst>
          </p:cNvPr>
          <p:cNvGrpSpPr/>
          <p:nvPr/>
        </p:nvGrpSpPr>
        <p:grpSpPr>
          <a:xfrm>
            <a:off x="10325411" y="7497569"/>
            <a:ext cx="1066800" cy="952500"/>
            <a:chOff x="10337134" y="7524863"/>
            <a:chExt cx="1066800" cy="952500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0DBCF5A7-2055-1885-1E43-791EEE887D67}"/>
                </a:ext>
              </a:extLst>
            </p:cNvPr>
            <p:cNvGrpSpPr/>
            <p:nvPr/>
          </p:nvGrpSpPr>
          <p:grpSpPr>
            <a:xfrm>
              <a:off x="10337134" y="7524863"/>
              <a:ext cx="1066800" cy="952500"/>
              <a:chOff x="10337134" y="7524863"/>
              <a:chExt cx="1066800" cy="952500"/>
            </a:xfrm>
          </p:grpSpPr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047A7FB3-9405-4ADC-5EC0-D528742909F3}"/>
                  </a:ext>
                </a:extLst>
              </p:cNvPr>
              <p:cNvSpPr/>
              <p:nvPr/>
            </p:nvSpPr>
            <p:spPr>
              <a:xfrm>
                <a:off x="10337134" y="7524863"/>
                <a:ext cx="1066800" cy="9525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0DB7CDC1-06D8-E3A7-396B-A0C6BB29FC9C}"/>
                  </a:ext>
                </a:extLst>
              </p:cNvPr>
              <p:cNvSpPr/>
              <p:nvPr/>
            </p:nvSpPr>
            <p:spPr>
              <a:xfrm>
                <a:off x="10804207" y="7985426"/>
                <a:ext cx="436855" cy="413681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5DEC4EB9-B2EC-F779-BC20-2663AA1019AF}"/>
                  </a:ext>
                </a:extLst>
              </p:cNvPr>
              <p:cNvSpPr/>
              <p:nvPr/>
            </p:nvSpPr>
            <p:spPr>
              <a:xfrm>
                <a:off x="10405785" y="7962969"/>
                <a:ext cx="436855" cy="413681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4850EC1-3B48-E7CA-CE15-37C32A8B9DA2}"/>
                </a:ext>
              </a:extLst>
            </p:cNvPr>
            <p:cNvSpPr/>
            <p:nvPr/>
          </p:nvSpPr>
          <p:spPr>
            <a:xfrm>
              <a:off x="10594210" y="7666557"/>
              <a:ext cx="436855" cy="413681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2CFD46DC-A18C-E7BB-7682-6679FC939348}"/>
              </a:ext>
            </a:extLst>
          </p:cNvPr>
          <p:cNvGrpSpPr/>
          <p:nvPr/>
        </p:nvGrpSpPr>
        <p:grpSpPr>
          <a:xfrm>
            <a:off x="14633452" y="2653234"/>
            <a:ext cx="1066800" cy="952500"/>
            <a:chOff x="13036090" y="5295990"/>
            <a:chExt cx="1066800" cy="952500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3DEC2D1-83D8-BEE1-48AC-6BC05B22387E}"/>
                </a:ext>
              </a:extLst>
            </p:cNvPr>
            <p:cNvSpPr/>
            <p:nvPr/>
          </p:nvSpPr>
          <p:spPr>
            <a:xfrm>
              <a:off x="13036090" y="5295990"/>
              <a:ext cx="1066800" cy="9525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0BFF5D25-E597-51E7-9B3B-F8D60BDC3797}"/>
                </a:ext>
              </a:extLst>
            </p:cNvPr>
            <p:cNvSpPr/>
            <p:nvPr/>
          </p:nvSpPr>
          <p:spPr>
            <a:xfrm>
              <a:off x="13224442" y="5417114"/>
              <a:ext cx="533400" cy="538636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F9632E71-18A9-5B9C-FA26-EFA671C2ED3E}"/>
                </a:ext>
              </a:extLst>
            </p:cNvPr>
            <p:cNvSpPr/>
            <p:nvPr/>
          </p:nvSpPr>
          <p:spPr>
            <a:xfrm>
              <a:off x="13412794" y="5566382"/>
              <a:ext cx="533400" cy="538636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DC137778-BBA0-111D-F313-5F018D5B9B32}"/>
              </a:ext>
            </a:extLst>
          </p:cNvPr>
          <p:cNvGrpSpPr/>
          <p:nvPr/>
        </p:nvGrpSpPr>
        <p:grpSpPr>
          <a:xfrm>
            <a:off x="13143669" y="5297453"/>
            <a:ext cx="1066800" cy="952500"/>
            <a:chOff x="13036090" y="5295990"/>
            <a:chExt cx="1066800" cy="952500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2D6C2238-3BD6-E47C-A8C1-F2BBEBED93B9}"/>
                </a:ext>
              </a:extLst>
            </p:cNvPr>
            <p:cNvSpPr/>
            <p:nvPr/>
          </p:nvSpPr>
          <p:spPr>
            <a:xfrm>
              <a:off x="13036090" y="5295990"/>
              <a:ext cx="1066800" cy="9525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7A8A1EC4-B9DF-9C3E-FA98-04F835CFB982}"/>
                </a:ext>
              </a:extLst>
            </p:cNvPr>
            <p:cNvSpPr/>
            <p:nvPr/>
          </p:nvSpPr>
          <p:spPr>
            <a:xfrm>
              <a:off x="13224442" y="5417114"/>
              <a:ext cx="533400" cy="538636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869C3D15-79B7-D92D-583B-5FE5420B6C94}"/>
                </a:ext>
              </a:extLst>
            </p:cNvPr>
            <p:cNvSpPr/>
            <p:nvPr/>
          </p:nvSpPr>
          <p:spPr>
            <a:xfrm>
              <a:off x="13412794" y="5566382"/>
              <a:ext cx="533400" cy="538636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7" name="Rectangle 126">
            <a:extLst>
              <a:ext uri="{FF2B5EF4-FFF2-40B4-BE49-F238E27FC236}">
                <a16:creationId xmlns:a16="http://schemas.microsoft.com/office/drawing/2014/main" id="{0EA03AFA-89C6-6111-F178-B6A90BF8F9D6}"/>
              </a:ext>
            </a:extLst>
          </p:cNvPr>
          <p:cNvSpPr/>
          <p:nvPr/>
        </p:nvSpPr>
        <p:spPr>
          <a:xfrm>
            <a:off x="13302901" y="5637088"/>
            <a:ext cx="533400" cy="53863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011A225B-13C5-5237-A824-911D863460E9}"/>
              </a:ext>
            </a:extLst>
          </p:cNvPr>
          <p:cNvGrpSpPr/>
          <p:nvPr/>
        </p:nvGrpSpPr>
        <p:grpSpPr>
          <a:xfrm>
            <a:off x="884226" y="1729905"/>
            <a:ext cx="10986451" cy="2617765"/>
            <a:chOff x="900749" y="1860812"/>
            <a:chExt cx="10986451" cy="2617765"/>
          </a:xfrm>
        </p:grpSpPr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7D7F85E6-D013-C4E4-4971-20EB954B2A3C}"/>
                </a:ext>
              </a:extLst>
            </p:cNvPr>
            <p:cNvCxnSpPr/>
            <p:nvPr/>
          </p:nvCxnSpPr>
          <p:spPr>
            <a:xfrm>
              <a:off x="900749" y="1860812"/>
              <a:ext cx="0" cy="261776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5D54449-6657-5117-9C10-0BBF0F029118}"/>
                </a:ext>
              </a:extLst>
            </p:cNvPr>
            <p:cNvCxnSpPr/>
            <p:nvPr/>
          </p:nvCxnSpPr>
          <p:spPr>
            <a:xfrm>
              <a:off x="900749" y="1860812"/>
              <a:ext cx="1098645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A8D19DAE-399A-CBBF-C8F1-0317A95342A4}"/>
                </a:ext>
              </a:extLst>
            </p:cNvPr>
            <p:cNvCxnSpPr>
              <a:cxnSpLocks/>
            </p:cNvCxnSpPr>
            <p:nvPr/>
          </p:nvCxnSpPr>
          <p:spPr>
            <a:xfrm>
              <a:off x="11887200" y="1860812"/>
              <a:ext cx="0" cy="25206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4D21ED8-9A00-9EBF-389F-4FDFE0DD6414}"/>
                </a:ext>
              </a:extLst>
            </p:cNvPr>
            <p:cNvCxnSpPr/>
            <p:nvPr/>
          </p:nvCxnSpPr>
          <p:spPr>
            <a:xfrm flipV="1">
              <a:off x="900749" y="4381500"/>
              <a:ext cx="10986451" cy="9707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11914E33-82FD-0F28-554D-B99CF6B5312D}"/>
              </a:ext>
            </a:extLst>
          </p:cNvPr>
          <p:cNvGrpSpPr/>
          <p:nvPr/>
        </p:nvGrpSpPr>
        <p:grpSpPr>
          <a:xfrm>
            <a:off x="594863" y="6956926"/>
            <a:ext cx="10986451" cy="2617765"/>
            <a:chOff x="900749" y="1860812"/>
            <a:chExt cx="10986451" cy="2617765"/>
          </a:xfrm>
        </p:grpSpPr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79BB6925-70EF-1A48-B332-D86395129F96}"/>
                </a:ext>
              </a:extLst>
            </p:cNvPr>
            <p:cNvCxnSpPr/>
            <p:nvPr/>
          </p:nvCxnSpPr>
          <p:spPr>
            <a:xfrm>
              <a:off x="900749" y="1860812"/>
              <a:ext cx="0" cy="261776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28C6D30-5123-054B-3E22-DB7E7D33E66B}"/>
                </a:ext>
              </a:extLst>
            </p:cNvPr>
            <p:cNvCxnSpPr/>
            <p:nvPr/>
          </p:nvCxnSpPr>
          <p:spPr>
            <a:xfrm>
              <a:off x="900749" y="1860812"/>
              <a:ext cx="1098645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C083357-1A3B-9222-B58E-192F8DF1B1FF}"/>
                </a:ext>
              </a:extLst>
            </p:cNvPr>
            <p:cNvCxnSpPr>
              <a:cxnSpLocks/>
            </p:cNvCxnSpPr>
            <p:nvPr/>
          </p:nvCxnSpPr>
          <p:spPr>
            <a:xfrm>
              <a:off x="11887200" y="1860812"/>
              <a:ext cx="0" cy="25206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4ECE1A0C-AB59-5DB9-8F70-DED329DEAE7F}"/>
                </a:ext>
              </a:extLst>
            </p:cNvPr>
            <p:cNvCxnSpPr/>
            <p:nvPr/>
          </p:nvCxnSpPr>
          <p:spPr>
            <a:xfrm flipV="1">
              <a:off x="900749" y="4381500"/>
              <a:ext cx="10986451" cy="9707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474E5861-4E5F-79C0-196D-B63EB49FB72A}"/>
              </a:ext>
            </a:extLst>
          </p:cNvPr>
          <p:cNvGrpSpPr/>
          <p:nvPr/>
        </p:nvGrpSpPr>
        <p:grpSpPr>
          <a:xfrm rot="16200000">
            <a:off x="12266378" y="2601460"/>
            <a:ext cx="4833053" cy="3147452"/>
            <a:chOff x="1771985" y="1927796"/>
            <a:chExt cx="10123913" cy="2522099"/>
          </a:xfrm>
        </p:grpSpPr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117D0B88-948D-E36D-776F-27CB113BDB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95544" y="3184938"/>
              <a:ext cx="2520202" cy="59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922A0637-9B13-EB39-B866-FF060161144E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6833942" y="-3134161"/>
              <a:ext cx="0" cy="1012391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8F1CA298-0972-6F37-5465-2C59B522331A}"/>
                </a:ext>
              </a:extLst>
            </p:cNvPr>
            <p:cNvCxnSpPr>
              <a:cxnSpLocks/>
            </p:cNvCxnSpPr>
            <p:nvPr/>
          </p:nvCxnSpPr>
          <p:spPr>
            <a:xfrm>
              <a:off x="11877142" y="1929207"/>
              <a:ext cx="0" cy="25206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0446819D-4619-CB50-F957-DC8C3B32BB7F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6848590" y="-590612"/>
              <a:ext cx="19960" cy="1005725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7" name="Rectangle 156">
            <a:extLst>
              <a:ext uri="{FF2B5EF4-FFF2-40B4-BE49-F238E27FC236}">
                <a16:creationId xmlns:a16="http://schemas.microsoft.com/office/drawing/2014/main" id="{B1DC5277-D7A2-FFE3-42C3-E073CC67CE4F}"/>
              </a:ext>
            </a:extLst>
          </p:cNvPr>
          <p:cNvSpPr/>
          <p:nvPr/>
        </p:nvSpPr>
        <p:spPr>
          <a:xfrm>
            <a:off x="2015077" y="8886119"/>
            <a:ext cx="436855" cy="4136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07AFD436-69CD-6483-59FC-6DFF7C296CC3}"/>
              </a:ext>
            </a:extLst>
          </p:cNvPr>
          <p:cNvSpPr/>
          <p:nvPr/>
        </p:nvSpPr>
        <p:spPr>
          <a:xfrm>
            <a:off x="1179800" y="8899255"/>
            <a:ext cx="436855" cy="4136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2C72C5B4-4091-7EA1-32A5-2CCCEED6CDD1}"/>
              </a:ext>
            </a:extLst>
          </p:cNvPr>
          <p:cNvSpPr/>
          <p:nvPr/>
        </p:nvSpPr>
        <p:spPr>
          <a:xfrm>
            <a:off x="16448591" y="4719075"/>
            <a:ext cx="533400" cy="53863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AD600A55-98B8-1EF8-A6F8-1E554C10EBE0}"/>
              </a:ext>
            </a:extLst>
          </p:cNvPr>
          <p:cNvSpPr/>
          <p:nvPr/>
        </p:nvSpPr>
        <p:spPr>
          <a:xfrm>
            <a:off x="17249268" y="4662963"/>
            <a:ext cx="533400" cy="53863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F3CA691D-692C-EA85-5A14-A6057B6991A1}"/>
              </a:ext>
            </a:extLst>
          </p:cNvPr>
          <p:cNvCxnSpPr>
            <a:cxnSpLocks/>
          </p:cNvCxnSpPr>
          <p:nvPr/>
        </p:nvCxnSpPr>
        <p:spPr>
          <a:xfrm>
            <a:off x="7345803" y="6746254"/>
            <a:ext cx="7848117" cy="3159206"/>
          </a:xfrm>
          <a:prstGeom prst="bentConnector3">
            <a:avLst>
              <a:gd name="adj1" fmla="val 494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788AE9FA-208A-DE62-BF3C-8C0B88F67C9A}"/>
              </a:ext>
            </a:extLst>
          </p:cNvPr>
          <p:cNvSpPr/>
          <p:nvPr/>
        </p:nvSpPr>
        <p:spPr>
          <a:xfrm>
            <a:off x="14726967" y="8416081"/>
            <a:ext cx="2411962" cy="777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detection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975D54B-BF7E-2E56-C406-D5D353636DD4}"/>
              </a:ext>
            </a:extLst>
          </p:cNvPr>
          <p:cNvCxnSpPr>
            <a:stCxn id="77" idx="2"/>
          </p:cNvCxnSpPr>
          <p:nvPr/>
        </p:nvCxnSpPr>
        <p:spPr>
          <a:xfrm flipH="1">
            <a:off x="15154182" y="9193763"/>
            <a:ext cx="778766" cy="7122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7479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032142" y="9430707"/>
            <a:ext cx="10616270" cy="2912593"/>
            <a:chOff x="0" y="0"/>
            <a:chExt cx="1971842" cy="698500"/>
          </a:xfrm>
        </p:grpSpPr>
        <p:sp>
          <p:nvSpPr>
            <p:cNvPr id="3" name="Freeform 3"/>
            <p:cNvSpPr/>
            <p:nvPr/>
          </p:nvSpPr>
          <p:spPr>
            <a:xfrm>
              <a:off x="3641" y="0"/>
              <a:ext cx="1964561" cy="698500"/>
            </a:xfrm>
            <a:custGeom>
              <a:avLst/>
              <a:gdLst/>
              <a:ahLst/>
              <a:cxnLst/>
              <a:rect l="l" t="t" r="r" b="b"/>
              <a:pathLst>
                <a:path w="1964561" h="698500">
                  <a:moveTo>
                    <a:pt x="1958667" y="365637"/>
                  </a:moveTo>
                  <a:lnTo>
                    <a:pt x="1774536" y="682113"/>
                  </a:lnTo>
                  <a:cubicBezTo>
                    <a:pt x="1768633" y="692258"/>
                    <a:pt x="1757780" y="698500"/>
                    <a:pt x="1746042" y="698500"/>
                  </a:cubicBezTo>
                  <a:lnTo>
                    <a:pt x="218518" y="698500"/>
                  </a:lnTo>
                  <a:cubicBezTo>
                    <a:pt x="206780" y="698500"/>
                    <a:pt x="195928" y="692258"/>
                    <a:pt x="190025" y="682113"/>
                  </a:cubicBezTo>
                  <a:lnTo>
                    <a:pt x="5893" y="365637"/>
                  </a:lnTo>
                  <a:cubicBezTo>
                    <a:pt x="0" y="355507"/>
                    <a:pt x="0" y="342993"/>
                    <a:pt x="5893" y="332863"/>
                  </a:cubicBezTo>
                  <a:lnTo>
                    <a:pt x="190025" y="16387"/>
                  </a:lnTo>
                  <a:cubicBezTo>
                    <a:pt x="195928" y="6242"/>
                    <a:pt x="206780" y="0"/>
                    <a:pt x="218518" y="0"/>
                  </a:cubicBezTo>
                  <a:lnTo>
                    <a:pt x="1746042" y="0"/>
                  </a:lnTo>
                  <a:cubicBezTo>
                    <a:pt x="1757780" y="0"/>
                    <a:pt x="1768633" y="6242"/>
                    <a:pt x="1774536" y="16387"/>
                  </a:cubicBezTo>
                  <a:lnTo>
                    <a:pt x="1958667" y="332863"/>
                  </a:lnTo>
                  <a:cubicBezTo>
                    <a:pt x="1964561" y="342993"/>
                    <a:pt x="1964561" y="355507"/>
                    <a:pt x="1958667" y="365637"/>
                  </a:cubicBezTo>
                  <a:close/>
                </a:path>
              </a:pathLst>
            </a:custGeom>
            <a:solidFill>
              <a:srgbClr val="EDF0E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14300" y="-38100"/>
              <a:ext cx="17432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777096" y="9788781"/>
            <a:ext cx="9660080" cy="2101911"/>
            <a:chOff x="0" y="0"/>
            <a:chExt cx="3159079" cy="698500"/>
          </a:xfrm>
        </p:grpSpPr>
        <p:sp>
          <p:nvSpPr>
            <p:cNvPr id="6" name="Freeform 6"/>
            <p:cNvSpPr/>
            <p:nvPr/>
          </p:nvSpPr>
          <p:spPr>
            <a:xfrm>
              <a:off x="2984" y="0"/>
              <a:ext cx="3153112" cy="698500"/>
            </a:xfrm>
            <a:custGeom>
              <a:avLst/>
              <a:gdLst/>
              <a:ahLst/>
              <a:cxnLst/>
              <a:rect l="l" t="t" r="r" b="b"/>
              <a:pathLst>
                <a:path w="3153112" h="698500">
                  <a:moveTo>
                    <a:pt x="3148281" y="362680"/>
                  </a:moveTo>
                  <a:lnTo>
                    <a:pt x="2960709" y="685070"/>
                  </a:lnTo>
                  <a:cubicBezTo>
                    <a:pt x="2955871" y="693385"/>
                    <a:pt x="2946977" y="698500"/>
                    <a:pt x="2937357" y="698500"/>
                  </a:cubicBezTo>
                  <a:lnTo>
                    <a:pt x="215754" y="698500"/>
                  </a:lnTo>
                  <a:cubicBezTo>
                    <a:pt x="206134" y="698500"/>
                    <a:pt x="197240" y="693385"/>
                    <a:pt x="192402" y="685070"/>
                  </a:cubicBezTo>
                  <a:lnTo>
                    <a:pt x="4830" y="362680"/>
                  </a:lnTo>
                  <a:cubicBezTo>
                    <a:pt x="0" y="354378"/>
                    <a:pt x="0" y="344122"/>
                    <a:pt x="4830" y="335820"/>
                  </a:cubicBezTo>
                  <a:lnTo>
                    <a:pt x="192402" y="13430"/>
                  </a:lnTo>
                  <a:cubicBezTo>
                    <a:pt x="197240" y="5115"/>
                    <a:pt x="206134" y="0"/>
                    <a:pt x="215754" y="0"/>
                  </a:cubicBezTo>
                  <a:lnTo>
                    <a:pt x="2937357" y="0"/>
                  </a:lnTo>
                  <a:cubicBezTo>
                    <a:pt x="2946977" y="0"/>
                    <a:pt x="2955871" y="5115"/>
                    <a:pt x="2960709" y="13430"/>
                  </a:cubicBezTo>
                  <a:lnTo>
                    <a:pt x="3148281" y="335820"/>
                  </a:lnTo>
                  <a:cubicBezTo>
                    <a:pt x="3153111" y="344122"/>
                    <a:pt x="3153111" y="354378"/>
                    <a:pt x="3148281" y="36268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14300" y="-38100"/>
              <a:ext cx="2930479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239638" y="-2377142"/>
            <a:ext cx="9145730" cy="2948642"/>
            <a:chOff x="0" y="0"/>
            <a:chExt cx="1971842" cy="698500"/>
          </a:xfrm>
        </p:grpSpPr>
        <p:sp>
          <p:nvSpPr>
            <p:cNvPr id="9" name="Freeform 9"/>
            <p:cNvSpPr/>
            <p:nvPr/>
          </p:nvSpPr>
          <p:spPr>
            <a:xfrm>
              <a:off x="3641" y="0"/>
              <a:ext cx="1964561" cy="698500"/>
            </a:xfrm>
            <a:custGeom>
              <a:avLst/>
              <a:gdLst/>
              <a:ahLst/>
              <a:cxnLst/>
              <a:rect l="l" t="t" r="r" b="b"/>
              <a:pathLst>
                <a:path w="1964561" h="698500">
                  <a:moveTo>
                    <a:pt x="1958667" y="365637"/>
                  </a:moveTo>
                  <a:lnTo>
                    <a:pt x="1774536" y="682113"/>
                  </a:lnTo>
                  <a:cubicBezTo>
                    <a:pt x="1768633" y="692258"/>
                    <a:pt x="1757780" y="698500"/>
                    <a:pt x="1746042" y="698500"/>
                  </a:cubicBezTo>
                  <a:lnTo>
                    <a:pt x="218518" y="698500"/>
                  </a:lnTo>
                  <a:cubicBezTo>
                    <a:pt x="206780" y="698500"/>
                    <a:pt x="195928" y="692258"/>
                    <a:pt x="190025" y="682113"/>
                  </a:cubicBezTo>
                  <a:lnTo>
                    <a:pt x="5893" y="365637"/>
                  </a:lnTo>
                  <a:cubicBezTo>
                    <a:pt x="0" y="355507"/>
                    <a:pt x="0" y="342993"/>
                    <a:pt x="5893" y="332863"/>
                  </a:cubicBezTo>
                  <a:lnTo>
                    <a:pt x="190025" y="16387"/>
                  </a:lnTo>
                  <a:cubicBezTo>
                    <a:pt x="195928" y="6242"/>
                    <a:pt x="206780" y="0"/>
                    <a:pt x="218518" y="0"/>
                  </a:cubicBezTo>
                  <a:lnTo>
                    <a:pt x="1746042" y="0"/>
                  </a:lnTo>
                  <a:cubicBezTo>
                    <a:pt x="1757780" y="0"/>
                    <a:pt x="1768633" y="6242"/>
                    <a:pt x="1774536" y="16387"/>
                  </a:cubicBezTo>
                  <a:lnTo>
                    <a:pt x="1958667" y="332863"/>
                  </a:lnTo>
                  <a:cubicBezTo>
                    <a:pt x="1964561" y="342993"/>
                    <a:pt x="1964561" y="355507"/>
                    <a:pt x="1958667" y="365637"/>
                  </a:cubicBezTo>
                  <a:close/>
                </a:path>
              </a:pathLst>
            </a:custGeom>
            <a:solidFill>
              <a:srgbClr val="EDF0E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14300" y="-38100"/>
              <a:ext cx="17432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064673" y="-1643030"/>
            <a:ext cx="6962716" cy="1833530"/>
            <a:chOff x="0" y="0"/>
            <a:chExt cx="2316153" cy="698500"/>
          </a:xfrm>
        </p:grpSpPr>
        <p:sp>
          <p:nvSpPr>
            <p:cNvPr id="12" name="Freeform 12"/>
            <p:cNvSpPr/>
            <p:nvPr/>
          </p:nvSpPr>
          <p:spPr>
            <a:xfrm>
              <a:off x="5338" y="0"/>
              <a:ext cx="2305477" cy="698500"/>
            </a:xfrm>
            <a:custGeom>
              <a:avLst/>
              <a:gdLst/>
              <a:ahLst/>
              <a:cxnLst/>
              <a:rect l="l" t="t" r="r" b="b"/>
              <a:pathLst>
                <a:path w="2305477" h="698500">
                  <a:moveTo>
                    <a:pt x="2296836" y="373277"/>
                  </a:moveTo>
                  <a:lnTo>
                    <a:pt x="2121595" y="674473"/>
                  </a:lnTo>
                  <a:cubicBezTo>
                    <a:pt x="2112940" y="689349"/>
                    <a:pt x="2097028" y="698500"/>
                    <a:pt x="2079817" y="698500"/>
                  </a:cubicBezTo>
                  <a:lnTo>
                    <a:pt x="225660" y="698500"/>
                  </a:lnTo>
                  <a:cubicBezTo>
                    <a:pt x="208450" y="698500"/>
                    <a:pt x="192538" y="689349"/>
                    <a:pt x="183883" y="674473"/>
                  </a:cubicBezTo>
                  <a:lnTo>
                    <a:pt x="8641" y="373277"/>
                  </a:lnTo>
                  <a:cubicBezTo>
                    <a:pt x="0" y="358424"/>
                    <a:pt x="0" y="340076"/>
                    <a:pt x="8641" y="325223"/>
                  </a:cubicBezTo>
                  <a:lnTo>
                    <a:pt x="183883" y="24027"/>
                  </a:lnTo>
                  <a:cubicBezTo>
                    <a:pt x="192538" y="9151"/>
                    <a:pt x="208450" y="0"/>
                    <a:pt x="225660" y="0"/>
                  </a:cubicBezTo>
                  <a:lnTo>
                    <a:pt x="2079817" y="0"/>
                  </a:lnTo>
                  <a:cubicBezTo>
                    <a:pt x="2097028" y="0"/>
                    <a:pt x="2112940" y="9151"/>
                    <a:pt x="2121595" y="24027"/>
                  </a:cubicBezTo>
                  <a:lnTo>
                    <a:pt x="2296836" y="325223"/>
                  </a:lnTo>
                  <a:cubicBezTo>
                    <a:pt x="2305477" y="340076"/>
                    <a:pt x="2305477" y="358424"/>
                    <a:pt x="2296836" y="373277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14300" y="-38100"/>
              <a:ext cx="208755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325600" y="-6373107"/>
            <a:ext cx="8621832" cy="7401807"/>
            <a:chOff x="0" y="0"/>
            <a:chExt cx="712319" cy="698500"/>
          </a:xfrm>
        </p:grpSpPr>
        <p:sp>
          <p:nvSpPr>
            <p:cNvPr id="15" name="Freeform 15"/>
            <p:cNvSpPr/>
            <p:nvPr/>
          </p:nvSpPr>
          <p:spPr>
            <a:xfrm>
              <a:off x="3307" y="0"/>
              <a:ext cx="705706" cy="698500"/>
            </a:xfrm>
            <a:custGeom>
              <a:avLst/>
              <a:gdLst/>
              <a:ahLst/>
              <a:cxnLst/>
              <a:rect l="l" t="t" r="r" b="b"/>
              <a:pathLst>
                <a:path w="705706" h="698500">
                  <a:moveTo>
                    <a:pt x="700353" y="364133"/>
                  </a:moveTo>
                  <a:lnTo>
                    <a:pt x="514471" y="683617"/>
                  </a:lnTo>
                  <a:cubicBezTo>
                    <a:pt x="509110" y="692831"/>
                    <a:pt x="499254" y="698500"/>
                    <a:pt x="488593" y="698500"/>
                  </a:cubicBezTo>
                  <a:lnTo>
                    <a:pt x="217112" y="698500"/>
                  </a:lnTo>
                  <a:cubicBezTo>
                    <a:pt x="206451" y="698500"/>
                    <a:pt x="196595" y="692831"/>
                    <a:pt x="191234" y="683617"/>
                  </a:cubicBezTo>
                  <a:lnTo>
                    <a:pt x="5352" y="364133"/>
                  </a:lnTo>
                  <a:cubicBezTo>
                    <a:pt x="0" y="354933"/>
                    <a:pt x="0" y="343567"/>
                    <a:pt x="5352" y="334367"/>
                  </a:cubicBezTo>
                  <a:lnTo>
                    <a:pt x="191234" y="14883"/>
                  </a:lnTo>
                  <a:cubicBezTo>
                    <a:pt x="196595" y="5669"/>
                    <a:pt x="206451" y="0"/>
                    <a:pt x="217112" y="0"/>
                  </a:cubicBezTo>
                  <a:lnTo>
                    <a:pt x="488593" y="0"/>
                  </a:lnTo>
                  <a:cubicBezTo>
                    <a:pt x="499254" y="0"/>
                    <a:pt x="509110" y="5669"/>
                    <a:pt x="514471" y="14883"/>
                  </a:cubicBezTo>
                  <a:lnTo>
                    <a:pt x="700353" y="334367"/>
                  </a:lnTo>
                  <a:cubicBezTo>
                    <a:pt x="705705" y="343567"/>
                    <a:pt x="705705" y="354933"/>
                    <a:pt x="700353" y="364133"/>
                  </a:cubicBezTo>
                  <a:close/>
                </a:path>
              </a:pathLst>
            </a:custGeom>
            <a:solidFill>
              <a:srgbClr val="05697B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14300" y="-38100"/>
              <a:ext cx="483719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200411" y="-3096191"/>
            <a:ext cx="4918926" cy="3684713"/>
            <a:chOff x="0" y="0"/>
            <a:chExt cx="668203" cy="698500"/>
          </a:xfrm>
        </p:grpSpPr>
        <p:sp>
          <p:nvSpPr>
            <p:cNvPr id="18" name="Freeform 18"/>
            <p:cNvSpPr/>
            <p:nvPr/>
          </p:nvSpPr>
          <p:spPr>
            <a:xfrm>
              <a:off x="6260" y="0"/>
              <a:ext cx="655684" cy="698500"/>
            </a:xfrm>
            <a:custGeom>
              <a:avLst/>
              <a:gdLst/>
              <a:ahLst/>
              <a:cxnLst/>
              <a:rect l="l" t="t" r="r" b="b"/>
              <a:pathLst>
                <a:path w="655684" h="698500">
                  <a:moveTo>
                    <a:pt x="645549" y="377427"/>
                  </a:moveTo>
                  <a:lnTo>
                    <a:pt x="475137" y="670323"/>
                  </a:lnTo>
                  <a:cubicBezTo>
                    <a:pt x="464987" y="687768"/>
                    <a:pt x="446327" y="698500"/>
                    <a:pt x="426144" y="698500"/>
                  </a:cubicBezTo>
                  <a:lnTo>
                    <a:pt x="229539" y="698500"/>
                  </a:lnTo>
                  <a:cubicBezTo>
                    <a:pt x="209356" y="698500"/>
                    <a:pt x="190696" y="687768"/>
                    <a:pt x="180546" y="670323"/>
                  </a:cubicBezTo>
                  <a:lnTo>
                    <a:pt x="10134" y="377427"/>
                  </a:lnTo>
                  <a:cubicBezTo>
                    <a:pt x="0" y="360009"/>
                    <a:pt x="0" y="338491"/>
                    <a:pt x="10134" y="321073"/>
                  </a:cubicBezTo>
                  <a:lnTo>
                    <a:pt x="180546" y="28177"/>
                  </a:lnTo>
                  <a:cubicBezTo>
                    <a:pt x="190696" y="10732"/>
                    <a:pt x="209356" y="0"/>
                    <a:pt x="229539" y="0"/>
                  </a:cubicBezTo>
                  <a:lnTo>
                    <a:pt x="426144" y="0"/>
                  </a:lnTo>
                  <a:cubicBezTo>
                    <a:pt x="446327" y="0"/>
                    <a:pt x="464987" y="10732"/>
                    <a:pt x="475137" y="28177"/>
                  </a:cubicBezTo>
                  <a:lnTo>
                    <a:pt x="645549" y="321073"/>
                  </a:lnTo>
                  <a:cubicBezTo>
                    <a:pt x="655683" y="338491"/>
                    <a:pt x="655683" y="360009"/>
                    <a:pt x="645549" y="377427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14300" y="-38100"/>
              <a:ext cx="43960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6137534" y="-2371094"/>
            <a:ext cx="5091140" cy="3171194"/>
            <a:chOff x="0" y="0"/>
            <a:chExt cx="793214" cy="698500"/>
          </a:xfrm>
        </p:grpSpPr>
        <p:sp>
          <p:nvSpPr>
            <p:cNvPr id="26" name="Freeform 26"/>
            <p:cNvSpPr/>
            <p:nvPr/>
          </p:nvSpPr>
          <p:spPr>
            <a:xfrm>
              <a:off x="5655" y="0"/>
              <a:ext cx="781904" cy="698500"/>
            </a:xfrm>
            <a:custGeom>
              <a:avLst/>
              <a:gdLst/>
              <a:ahLst/>
              <a:cxnLst/>
              <a:rect l="l" t="t" r="r" b="b"/>
              <a:pathLst>
                <a:path w="781904" h="698500">
                  <a:moveTo>
                    <a:pt x="772749" y="374704"/>
                  </a:moveTo>
                  <a:lnTo>
                    <a:pt x="599169" y="673046"/>
                  </a:lnTo>
                  <a:cubicBezTo>
                    <a:pt x="589999" y="688805"/>
                    <a:pt x="573142" y="698500"/>
                    <a:pt x="554910" y="698500"/>
                  </a:cubicBezTo>
                  <a:lnTo>
                    <a:pt x="226994" y="698500"/>
                  </a:lnTo>
                  <a:cubicBezTo>
                    <a:pt x="208762" y="698500"/>
                    <a:pt x="191904" y="688805"/>
                    <a:pt x="182735" y="673046"/>
                  </a:cubicBezTo>
                  <a:lnTo>
                    <a:pt x="9155" y="374704"/>
                  </a:lnTo>
                  <a:cubicBezTo>
                    <a:pt x="0" y="358969"/>
                    <a:pt x="0" y="339531"/>
                    <a:pt x="9155" y="323796"/>
                  </a:cubicBezTo>
                  <a:lnTo>
                    <a:pt x="182735" y="25454"/>
                  </a:lnTo>
                  <a:cubicBezTo>
                    <a:pt x="191904" y="9695"/>
                    <a:pt x="208762" y="0"/>
                    <a:pt x="226994" y="0"/>
                  </a:cubicBezTo>
                  <a:lnTo>
                    <a:pt x="554910" y="0"/>
                  </a:lnTo>
                  <a:cubicBezTo>
                    <a:pt x="573142" y="0"/>
                    <a:pt x="589999" y="9695"/>
                    <a:pt x="599169" y="25454"/>
                  </a:cubicBezTo>
                  <a:lnTo>
                    <a:pt x="772749" y="323796"/>
                  </a:lnTo>
                  <a:cubicBezTo>
                    <a:pt x="781904" y="339531"/>
                    <a:pt x="781904" y="358969"/>
                    <a:pt x="772749" y="374704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4300" y="-38100"/>
              <a:ext cx="56461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5545772" y="9714689"/>
            <a:ext cx="5195427" cy="3616322"/>
            <a:chOff x="0" y="0"/>
            <a:chExt cx="1003507" cy="698500"/>
          </a:xfrm>
        </p:grpSpPr>
        <p:sp>
          <p:nvSpPr>
            <p:cNvPr id="32" name="Freeform 32"/>
            <p:cNvSpPr/>
            <p:nvPr/>
          </p:nvSpPr>
          <p:spPr>
            <a:xfrm>
              <a:off x="7154" y="0"/>
              <a:ext cx="989200" cy="698500"/>
            </a:xfrm>
            <a:custGeom>
              <a:avLst/>
              <a:gdLst/>
              <a:ahLst/>
              <a:cxnLst/>
              <a:rect l="l" t="t" r="r" b="b"/>
              <a:pathLst>
                <a:path w="989200" h="698500">
                  <a:moveTo>
                    <a:pt x="977619" y="381450"/>
                  </a:moveTo>
                  <a:lnTo>
                    <a:pt x="811888" y="666300"/>
                  </a:lnTo>
                  <a:cubicBezTo>
                    <a:pt x="800289" y="686236"/>
                    <a:pt x="778964" y="698500"/>
                    <a:pt x="755900" y="698500"/>
                  </a:cubicBezTo>
                  <a:lnTo>
                    <a:pt x="233300" y="698500"/>
                  </a:lnTo>
                  <a:cubicBezTo>
                    <a:pt x="210235" y="698500"/>
                    <a:pt x="188910" y="686236"/>
                    <a:pt x="177311" y="666300"/>
                  </a:cubicBezTo>
                  <a:lnTo>
                    <a:pt x="11581" y="381450"/>
                  </a:lnTo>
                  <a:cubicBezTo>
                    <a:pt x="0" y="361545"/>
                    <a:pt x="0" y="336955"/>
                    <a:pt x="11581" y="317050"/>
                  </a:cubicBezTo>
                  <a:lnTo>
                    <a:pt x="177311" y="32200"/>
                  </a:lnTo>
                  <a:cubicBezTo>
                    <a:pt x="188910" y="12264"/>
                    <a:pt x="210235" y="0"/>
                    <a:pt x="233300" y="0"/>
                  </a:cubicBezTo>
                  <a:lnTo>
                    <a:pt x="755900" y="0"/>
                  </a:lnTo>
                  <a:cubicBezTo>
                    <a:pt x="778964" y="0"/>
                    <a:pt x="800289" y="12264"/>
                    <a:pt x="811888" y="32200"/>
                  </a:cubicBezTo>
                  <a:lnTo>
                    <a:pt x="977619" y="317050"/>
                  </a:lnTo>
                  <a:cubicBezTo>
                    <a:pt x="989200" y="336955"/>
                    <a:pt x="989200" y="361545"/>
                    <a:pt x="977619" y="381450"/>
                  </a:cubicBezTo>
                  <a:close/>
                </a:path>
              </a:pathLst>
            </a:custGeom>
            <a:solidFill>
              <a:srgbClr val="EDF0E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114300" y="-38100"/>
              <a:ext cx="774907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17031166" y="5203313"/>
            <a:ext cx="741417" cy="185354"/>
          </a:xfrm>
          <a:custGeom>
            <a:avLst/>
            <a:gdLst/>
            <a:ahLst/>
            <a:cxnLst/>
            <a:rect l="l" t="t" r="r" b="b"/>
            <a:pathLst>
              <a:path w="741417" h="185354">
                <a:moveTo>
                  <a:pt x="0" y="0"/>
                </a:moveTo>
                <a:lnTo>
                  <a:pt x="741417" y="0"/>
                </a:lnTo>
                <a:lnTo>
                  <a:pt x="741417" y="185355"/>
                </a:lnTo>
                <a:lnTo>
                  <a:pt x="0" y="185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16879382" y="9430708"/>
            <a:ext cx="3207045" cy="2165678"/>
            <a:chOff x="0" y="0"/>
            <a:chExt cx="1034374" cy="698500"/>
          </a:xfrm>
        </p:grpSpPr>
        <p:sp>
          <p:nvSpPr>
            <p:cNvPr id="45" name="Freeform 45"/>
            <p:cNvSpPr/>
            <p:nvPr/>
          </p:nvSpPr>
          <p:spPr>
            <a:xfrm>
              <a:off x="11589" y="0"/>
              <a:ext cx="1011196" cy="698500"/>
            </a:xfrm>
            <a:custGeom>
              <a:avLst/>
              <a:gdLst/>
              <a:ahLst/>
              <a:cxnLst/>
              <a:rect l="l" t="t" r="r" b="b"/>
              <a:pathLst>
                <a:path w="1011196" h="698500">
                  <a:moveTo>
                    <a:pt x="992435" y="401414"/>
                  </a:moveTo>
                  <a:lnTo>
                    <a:pt x="849935" y="646336"/>
                  </a:lnTo>
                  <a:cubicBezTo>
                    <a:pt x="831145" y="678632"/>
                    <a:pt x="796599" y="698500"/>
                    <a:pt x="759234" y="698500"/>
                  </a:cubicBezTo>
                  <a:lnTo>
                    <a:pt x="251962" y="698500"/>
                  </a:lnTo>
                  <a:cubicBezTo>
                    <a:pt x="214597" y="698500"/>
                    <a:pt x="180051" y="678632"/>
                    <a:pt x="161261" y="646336"/>
                  </a:cubicBezTo>
                  <a:lnTo>
                    <a:pt x="18761" y="401414"/>
                  </a:lnTo>
                  <a:cubicBezTo>
                    <a:pt x="0" y="369168"/>
                    <a:pt x="0" y="329332"/>
                    <a:pt x="18761" y="297086"/>
                  </a:cubicBezTo>
                  <a:lnTo>
                    <a:pt x="161261" y="52164"/>
                  </a:lnTo>
                  <a:cubicBezTo>
                    <a:pt x="180051" y="19868"/>
                    <a:pt x="214597" y="0"/>
                    <a:pt x="251962" y="0"/>
                  </a:cubicBezTo>
                  <a:lnTo>
                    <a:pt x="759234" y="0"/>
                  </a:lnTo>
                  <a:cubicBezTo>
                    <a:pt x="796599" y="0"/>
                    <a:pt x="831145" y="19868"/>
                    <a:pt x="849935" y="52164"/>
                  </a:cubicBezTo>
                  <a:lnTo>
                    <a:pt x="992435" y="297086"/>
                  </a:lnTo>
                  <a:cubicBezTo>
                    <a:pt x="1011196" y="329332"/>
                    <a:pt x="1011196" y="369168"/>
                    <a:pt x="992435" y="401414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114300" y="-38100"/>
              <a:ext cx="80577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-3881030" y="1996214"/>
            <a:ext cx="4477612" cy="2482363"/>
            <a:chOff x="0" y="0"/>
            <a:chExt cx="1259934" cy="698500"/>
          </a:xfrm>
        </p:grpSpPr>
        <p:sp>
          <p:nvSpPr>
            <p:cNvPr id="48" name="Freeform 48"/>
            <p:cNvSpPr/>
            <p:nvPr/>
          </p:nvSpPr>
          <p:spPr>
            <a:xfrm>
              <a:off x="8300" y="0"/>
              <a:ext cx="1243333" cy="698500"/>
            </a:xfrm>
            <a:custGeom>
              <a:avLst/>
              <a:gdLst/>
              <a:ahLst/>
              <a:cxnLst/>
              <a:rect l="l" t="t" r="r" b="b"/>
              <a:pathLst>
                <a:path w="1243333" h="698500">
                  <a:moveTo>
                    <a:pt x="1229896" y="386612"/>
                  </a:moveTo>
                  <a:lnTo>
                    <a:pt x="1070171" y="661138"/>
                  </a:lnTo>
                  <a:cubicBezTo>
                    <a:pt x="1056713" y="684270"/>
                    <a:pt x="1031970" y="698500"/>
                    <a:pt x="1005208" y="698500"/>
                  </a:cubicBezTo>
                  <a:lnTo>
                    <a:pt x="238126" y="698500"/>
                  </a:lnTo>
                  <a:cubicBezTo>
                    <a:pt x="211364" y="698500"/>
                    <a:pt x="186620" y="684270"/>
                    <a:pt x="173162" y="661138"/>
                  </a:cubicBezTo>
                  <a:lnTo>
                    <a:pt x="13438" y="386612"/>
                  </a:lnTo>
                  <a:cubicBezTo>
                    <a:pt x="0" y="363516"/>
                    <a:pt x="0" y="334984"/>
                    <a:pt x="13438" y="311888"/>
                  </a:cubicBezTo>
                  <a:lnTo>
                    <a:pt x="173162" y="37362"/>
                  </a:lnTo>
                  <a:cubicBezTo>
                    <a:pt x="186620" y="14230"/>
                    <a:pt x="211364" y="0"/>
                    <a:pt x="238126" y="0"/>
                  </a:cubicBezTo>
                  <a:lnTo>
                    <a:pt x="1005208" y="0"/>
                  </a:lnTo>
                  <a:cubicBezTo>
                    <a:pt x="1031970" y="0"/>
                    <a:pt x="1056713" y="14230"/>
                    <a:pt x="1070171" y="37362"/>
                  </a:cubicBezTo>
                  <a:lnTo>
                    <a:pt x="1229896" y="311888"/>
                  </a:lnTo>
                  <a:cubicBezTo>
                    <a:pt x="1243333" y="334984"/>
                    <a:pt x="1243333" y="363516"/>
                    <a:pt x="1229896" y="386612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114300" y="-38100"/>
              <a:ext cx="103133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8116241" y="9751750"/>
            <a:ext cx="598392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/>
              <a:t>Yes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230408" y="7211579"/>
            <a:ext cx="2353523" cy="32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6"/>
              </a:lnSpc>
            </a:pPr>
            <a:r>
              <a:rPr lang="en-US" sz="2400" b="1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MISSION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19DD09-5E7D-9DEB-C1D8-FDC2E85FBABB}"/>
              </a:ext>
            </a:extLst>
          </p:cNvPr>
          <p:cNvSpPr txBox="1"/>
          <p:nvPr/>
        </p:nvSpPr>
        <p:spPr>
          <a:xfrm>
            <a:off x="703334" y="819296"/>
            <a:ext cx="58301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Procedure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B9C4BAC-00E1-9C45-72C8-709BFAA0F7F0}"/>
              </a:ext>
            </a:extLst>
          </p:cNvPr>
          <p:cNvSpPr/>
          <p:nvPr/>
        </p:nvSpPr>
        <p:spPr>
          <a:xfrm>
            <a:off x="7471537" y="1324853"/>
            <a:ext cx="2665578" cy="32910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A86F6D4-8958-077E-ADD6-12305102B3C1}"/>
              </a:ext>
            </a:extLst>
          </p:cNvPr>
          <p:cNvSpPr/>
          <p:nvPr/>
        </p:nvSpPr>
        <p:spPr>
          <a:xfrm>
            <a:off x="5613658" y="2196951"/>
            <a:ext cx="6705600" cy="5351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Uno Microcontroller ON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CBC6C6F-3EEB-D46D-4A4D-CACAED5CE467}"/>
              </a:ext>
            </a:extLst>
          </p:cNvPr>
          <p:cNvSpPr/>
          <p:nvPr/>
        </p:nvSpPr>
        <p:spPr>
          <a:xfrm>
            <a:off x="6926555" y="3168467"/>
            <a:ext cx="3810947" cy="44763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Servo Motor ON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DFB8004-AF37-260D-630F-1429E15601FC}"/>
              </a:ext>
            </a:extLst>
          </p:cNvPr>
          <p:cNvSpPr/>
          <p:nvPr/>
        </p:nvSpPr>
        <p:spPr>
          <a:xfrm>
            <a:off x="6926555" y="4158369"/>
            <a:ext cx="3810947" cy="44763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Operates wheel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16C4C57-4804-5A36-F539-EABE582BCD3D}"/>
              </a:ext>
            </a:extLst>
          </p:cNvPr>
          <p:cNvSpPr/>
          <p:nvPr/>
        </p:nvSpPr>
        <p:spPr>
          <a:xfrm>
            <a:off x="6947338" y="4866132"/>
            <a:ext cx="3810946" cy="7811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Operates main conveyor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2BB3EC9-9D09-BB49-2F1C-75BDFFE9C2C4}"/>
              </a:ext>
            </a:extLst>
          </p:cNvPr>
          <p:cNvSpPr/>
          <p:nvPr/>
        </p:nvSpPr>
        <p:spPr>
          <a:xfrm>
            <a:off x="5928933" y="6158278"/>
            <a:ext cx="6075049" cy="44763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moves through conveyor</a:t>
            </a:r>
          </a:p>
        </p:txBody>
      </p:sp>
      <p:sp>
        <p:nvSpPr>
          <p:cNvPr id="64" name="Diamond 63">
            <a:extLst>
              <a:ext uri="{FF2B5EF4-FFF2-40B4-BE49-F238E27FC236}">
                <a16:creationId xmlns:a16="http://schemas.microsoft.com/office/drawing/2014/main" id="{9FB070FA-D744-DACA-FCCB-FEF170A49DD2}"/>
              </a:ext>
            </a:extLst>
          </p:cNvPr>
          <p:cNvSpPr/>
          <p:nvPr/>
        </p:nvSpPr>
        <p:spPr>
          <a:xfrm>
            <a:off x="6768637" y="7109707"/>
            <a:ext cx="4168347" cy="2500037"/>
          </a:xfrm>
          <a:prstGeom prst="diamo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and Color sensor reads data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B028734-BA6E-E644-4B0F-3D1B0FD14704}"/>
              </a:ext>
            </a:extLst>
          </p:cNvPr>
          <p:cNvCxnSpPr>
            <a:cxnSpLocks/>
          </p:cNvCxnSpPr>
          <p:nvPr/>
        </p:nvCxnSpPr>
        <p:spPr>
          <a:xfrm>
            <a:off x="8799316" y="1638723"/>
            <a:ext cx="0" cy="561891"/>
          </a:xfrm>
          <a:prstGeom prst="straightConnector1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9943907-9AB6-63C8-F5BE-C949638B31FA}"/>
              </a:ext>
            </a:extLst>
          </p:cNvPr>
          <p:cNvCxnSpPr>
            <a:cxnSpLocks/>
            <a:endCxn id="60" idx="0"/>
          </p:cNvCxnSpPr>
          <p:nvPr/>
        </p:nvCxnSpPr>
        <p:spPr>
          <a:xfrm>
            <a:off x="8832024" y="2731569"/>
            <a:ext cx="5" cy="436898"/>
          </a:xfrm>
          <a:prstGeom prst="straightConnector1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D48E3A3-BF5B-8A46-F2DC-40790940A66F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8832029" y="3616103"/>
            <a:ext cx="6689" cy="542433"/>
          </a:xfrm>
          <a:prstGeom prst="straightConnector1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0ECFC34-BDE7-60CC-9505-0F03DEEFA94C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8848045" y="4610100"/>
            <a:ext cx="4766" cy="256032"/>
          </a:xfrm>
          <a:prstGeom prst="straightConnector1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6481CF1-E818-0281-F862-96D57D9F2359}"/>
              </a:ext>
            </a:extLst>
          </p:cNvPr>
          <p:cNvCxnSpPr>
            <a:cxnSpLocks/>
            <a:stCxn id="62" idx="2"/>
          </p:cNvCxnSpPr>
          <p:nvPr/>
        </p:nvCxnSpPr>
        <p:spPr>
          <a:xfrm flipH="1">
            <a:off x="8852810" y="5647264"/>
            <a:ext cx="1" cy="518235"/>
          </a:xfrm>
          <a:prstGeom prst="straightConnector1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CFEDDB4-4D55-CA7E-A0CF-3ABD00B1EF73}"/>
              </a:ext>
            </a:extLst>
          </p:cNvPr>
          <p:cNvCxnSpPr>
            <a:cxnSpLocks/>
            <a:endCxn id="64" idx="0"/>
          </p:cNvCxnSpPr>
          <p:nvPr/>
        </p:nvCxnSpPr>
        <p:spPr>
          <a:xfrm>
            <a:off x="8852811" y="6605914"/>
            <a:ext cx="0" cy="503793"/>
          </a:xfrm>
          <a:prstGeom prst="straightConnector1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7D056F8-821D-D001-64AE-FEA597860FDA}"/>
              </a:ext>
            </a:extLst>
          </p:cNvPr>
          <p:cNvCxnSpPr>
            <a:cxnSpLocks/>
          </p:cNvCxnSpPr>
          <p:nvPr/>
        </p:nvCxnSpPr>
        <p:spPr>
          <a:xfrm>
            <a:off x="8806726" y="9600210"/>
            <a:ext cx="0" cy="672412"/>
          </a:xfrm>
          <a:prstGeom prst="straightConnector1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AFCA9E21-7F3B-4F17-BE86-E1D826BD113C}"/>
              </a:ext>
            </a:extLst>
          </p:cNvPr>
          <p:cNvCxnSpPr>
            <a:cxnSpLocks/>
            <a:stCxn id="64" idx="3"/>
            <a:endCxn id="22" idx="0"/>
          </p:cNvCxnSpPr>
          <p:nvPr/>
        </p:nvCxnSpPr>
        <p:spPr>
          <a:xfrm flipV="1">
            <a:off x="10936984" y="4305616"/>
            <a:ext cx="4655433" cy="4054110"/>
          </a:xfrm>
          <a:prstGeom prst="bentConnector4">
            <a:avLst>
              <a:gd name="adj1" fmla="val 34599"/>
              <a:gd name="adj2" fmla="val 105639"/>
            </a:avLst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3B53CF0F-463F-C8B5-564C-A6B94A64701C}"/>
              </a:ext>
            </a:extLst>
          </p:cNvPr>
          <p:cNvSpPr txBox="1"/>
          <p:nvPr/>
        </p:nvSpPr>
        <p:spPr>
          <a:xfrm>
            <a:off x="11546031" y="7898060"/>
            <a:ext cx="5680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No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5BF268-575C-B310-DF85-C47B78E635C5}"/>
              </a:ext>
            </a:extLst>
          </p:cNvPr>
          <p:cNvSpPr/>
          <p:nvPr/>
        </p:nvSpPr>
        <p:spPr>
          <a:xfrm>
            <a:off x="14269357" y="5839983"/>
            <a:ext cx="2626905" cy="5876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Fault Detected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FC99C11-2D71-6D83-C2B6-3F2CFA6A805F}"/>
              </a:ext>
            </a:extLst>
          </p:cNvPr>
          <p:cNvSpPr/>
          <p:nvPr/>
        </p:nvSpPr>
        <p:spPr>
          <a:xfrm>
            <a:off x="13677335" y="6826840"/>
            <a:ext cx="3810947" cy="44763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Servo Motor OFF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B7DA801-51AA-4E3E-409C-FDE264B3049C}"/>
              </a:ext>
            </a:extLst>
          </p:cNvPr>
          <p:cNvCxnSpPr>
            <a:cxnSpLocks/>
            <a:stCxn id="21" idx="2"/>
            <a:endCxn id="24" idx="0"/>
          </p:cNvCxnSpPr>
          <p:nvPr/>
        </p:nvCxnSpPr>
        <p:spPr>
          <a:xfrm flipH="1">
            <a:off x="15582809" y="6427663"/>
            <a:ext cx="1" cy="3991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3EDF71CF-73D1-91E7-DE3E-2411652DE231}"/>
              </a:ext>
            </a:extLst>
          </p:cNvPr>
          <p:cNvSpPr/>
          <p:nvPr/>
        </p:nvSpPr>
        <p:spPr>
          <a:xfrm>
            <a:off x="13677334" y="7817377"/>
            <a:ext cx="3810947" cy="44763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conveyor  OFF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779DA9B-CE6C-0EA0-474E-8B0771958B07}"/>
              </a:ext>
            </a:extLst>
          </p:cNvPr>
          <p:cNvCxnSpPr>
            <a:stCxn id="24" idx="2"/>
            <a:endCxn id="41" idx="0"/>
          </p:cNvCxnSpPr>
          <p:nvPr/>
        </p:nvCxnSpPr>
        <p:spPr>
          <a:xfrm flipH="1">
            <a:off x="15582808" y="7274476"/>
            <a:ext cx="1" cy="5429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978B862-28D9-7640-9250-7A65E12FB0C2}"/>
              </a:ext>
            </a:extLst>
          </p:cNvPr>
          <p:cNvSpPr/>
          <p:nvPr/>
        </p:nvSpPr>
        <p:spPr>
          <a:xfrm>
            <a:off x="14158434" y="4305616"/>
            <a:ext cx="2867966" cy="83788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</a:t>
            </a:r>
            <a:r>
              <a:rPr lang="en-US" sz="2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colour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identify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FA65224-CC2F-AFF6-30A2-788E100ACF19}"/>
              </a:ext>
            </a:extLst>
          </p:cNvPr>
          <p:cNvCxnSpPr>
            <a:stCxn id="22" idx="2"/>
            <a:endCxn id="21" idx="0"/>
          </p:cNvCxnSpPr>
          <p:nvPr/>
        </p:nvCxnSpPr>
        <p:spPr>
          <a:xfrm flipH="1">
            <a:off x="15582810" y="5143500"/>
            <a:ext cx="9607" cy="6964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CE566-C465-7465-30C8-8895358A4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>
            <a:extLst>
              <a:ext uri="{FF2B5EF4-FFF2-40B4-BE49-F238E27FC236}">
                <a16:creationId xmlns:a16="http://schemas.microsoft.com/office/drawing/2014/main" id="{9C4B055B-F4EF-C70B-98BB-903CB7B18B91}"/>
              </a:ext>
            </a:extLst>
          </p:cNvPr>
          <p:cNvGrpSpPr/>
          <p:nvPr/>
        </p:nvGrpSpPr>
        <p:grpSpPr>
          <a:xfrm>
            <a:off x="7239638" y="-2377142"/>
            <a:ext cx="9145730" cy="2948642"/>
            <a:chOff x="0" y="0"/>
            <a:chExt cx="1971842" cy="6985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D97EC7B-48CC-619B-81E4-1045AE384FC0}"/>
                </a:ext>
              </a:extLst>
            </p:cNvPr>
            <p:cNvSpPr/>
            <p:nvPr/>
          </p:nvSpPr>
          <p:spPr>
            <a:xfrm>
              <a:off x="3641" y="0"/>
              <a:ext cx="1964561" cy="698500"/>
            </a:xfrm>
            <a:custGeom>
              <a:avLst/>
              <a:gdLst/>
              <a:ahLst/>
              <a:cxnLst/>
              <a:rect l="l" t="t" r="r" b="b"/>
              <a:pathLst>
                <a:path w="1964561" h="698500">
                  <a:moveTo>
                    <a:pt x="1958667" y="365637"/>
                  </a:moveTo>
                  <a:lnTo>
                    <a:pt x="1774536" y="682113"/>
                  </a:lnTo>
                  <a:cubicBezTo>
                    <a:pt x="1768633" y="692258"/>
                    <a:pt x="1757780" y="698500"/>
                    <a:pt x="1746042" y="698500"/>
                  </a:cubicBezTo>
                  <a:lnTo>
                    <a:pt x="218518" y="698500"/>
                  </a:lnTo>
                  <a:cubicBezTo>
                    <a:pt x="206780" y="698500"/>
                    <a:pt x="195928" y="692258"/>
                    <a:pt x="190025" y="682113"/>
                  </a:cubicBezTo>
                  <a:lnTo>
                    <a:pt x="5893" y="365637"/>
                  </a:lnTo>
                  <a:cubicBezTo>
                    <a:pt x="0" y="355507"/>
                    <a:pt x="0" y="342993"/>
                    <a:pt x="5893" y="332863"/>
                  </a:cubicBezTo>
                  <a:lnTo>
                    <a:pt x="190025" y="16387"/>
                  </a:lnTo>
                  <a:cubicBezTo>
                    <a:pt x="195928" y="6242"/>
                    <a:pt x="206780" y="0"/>
                    <a:pt x="218518" y="0"/>
                  </a:cubicBezTo>
                  <a:lnTo>
                    <a:pt x="1746042" y="0"/>
                  </a:lnTo>
                  <a:cubicBezTo>
                    <a:pt x="1757780" y="0"/>
                    <a:pt x="1768633" y="6242"/>
                    <a:pt x="1774536" y="16387"/>
                  </a:cubicBezTo>
                  <a:lnTo>
                    <a:pt x="1958667" y="332863"/>
                  </a:lnTo>
                  <a:cubicBezTo>
                    <a:pt x="1964561" y="342993"/>
                    <a:pt x="1964561" y="355507"/>
                    <a:pt x="1958667" y="365637"/>
                  </a:cubicBezTo>
                  <a:close/>
                </a:path>
              </a:pathLst>
            </a:custGeom>
            <a:solidFill>
              <a:srgbClr val="EDF0EF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5E729DAC-C0A5-4C35-34C6-F6F0C0300A75}"/>
                </a:ext>
              </a:extLst>
            </p:cNvPr>
            <p:cNvSpPr txBox="1"/>
            <p:nvPr/>
          </p:nvSpPr>
          <p:spPr>
            <a:xfrm>
              <a:off x="114300" y="-38100"/>
              <a:ext cx="17432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A525A1DD-0CAE-1702-EB47-28DAB1629D2F}"/>
              </a:ext>
            </a:extLst>
          </p:cNvPr>
          <p:cNvGrpSpPr/>
          <p:nvPr/>
        </p:nvGrpSpPr>
        <p:grpSpPr>
          <a:xfrm>
            <a:off x="8064673" y="-1643030"/>
            <a:ext cx="6962716" cy="1833530"/>
            <a:chOff x="0" y="0"/>
            <a:chExt cx="2316153" cy="6985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128501B-AFA4-6F5A-2243-0109CF07E75D}"/>
                </a:ext>
              </a:extLst>
            </p:cNvPr>
            <p:cNvSpPr/>
            <p:nvPr/>
          </p:nvSpPr>
          <p:spPr>
            <a:xfrm>
              <a:off x="5338" y="0"/>
              <a:ext cx="2305477" cy="698500"/>
            </a:xfrm>
            <a:custGeom>
              <a:avLst/>
              <a:gdLst/>
              <a:ahLst/>
              <a:cxnLst/>
              <a:rect l="l" t="t" r="r" b="b"/>
              <a:pathLst>
                <a:path w="2305477" h="698500">
                  <a:moveTo>
                    <a:pt x="2296836" y="373277"/>
                  </a:moveTo>
                  <a:lnTo>
                    <a:pt x="2121595" y="674473"/>
                  </a:lnTo>
                  <a:cubicBezTo>
                    <a:pt x="2112940" y="689349"/>
                    <a:pt x="2097028" y="698500"/>
                    <a:pt x="2079817" y="698500"/>
                  </a:cubicBezTo>
                  <a:lnTo>
                    <a:pt x="225660" y="698500"/>
                  </a:lnTo>
                  <a:cubicBezTo>
                    <a:pt x="208450" y="698500"/>
                    <a:pt x="192538" y="689349"/>
                    <a:pt x="183883" y="674473"/>
                  </a:cubicBezTo>
                  <a:lnTo>
                    <a:pt x="8641" y="373277"/>
                  </a:lnTo>
                  <a:cubicBezTo>
                    <a:pt x="0" y="358424"/>
                    <a:pt x="0" y="340076"/>
                    <a:pt x="8641" y="325223"/>
                  </a:cubicBezTo>
                  <a:lnTo>
                    <a:pt x="183883" y="24027"/>
                  </a:lnTo>
                  <a:cubicBezTo>
                    <a:pt x="192538" y="9151"/>
                    <a:pt x="208450" y="0"/>
                    <a:pt x="225660" y="0"/>
                  </a:cubicBezTo>
                  <a:lnTo>
                    <a:pt x="2079817" y="0"/>
                  </a:lnTo>
                  <a:cubicBezTo>
                    <a:pt x="2097028" y="0"/>
                    <a:pt x="2112940" y="9151"/>
                    <a:pt x="2121595" y="24027"/>
                  </a:cubicBezTo>
                  <a:lnTo>
                    <a:pt x="2296836" y="325223"/>
                  </a:lnTo>
                  <a:cubicBezTo>
                    <a:pt x="2305477" y="340076"/>
                    <a:pt x="2305477" y="358424"/>
                    <a:pt x="2296836" y="373277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985F5302-82A5-6C40-7AB0-51EB64522FAD}"/>
                </a:ext>
              </a:extLst>
            </p:cNvPr>
            <p:cNvSpPr txBox="1"/>
            <p:nvPr/>
          </p:nvSpPr>
          <p:spPr>
            <a:xfrm>
              <a:off x="114300" y="-38100"/>
              <a:ext cx="208755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619CEA09-EC96-23D6-DAD8-6A2CED13BEFB}"/>
              </a:ext>
            </a:extLst>
          </p:cNvPr>
          <p:cNvGrpSpPr/>
          <p:nvPr/>
        </p:nvGrpSpPr>
        <p:grpSpPr>
          <a:xfrm>
            <a:off x="14325600" y="-6373107"/>
            <a:ext cx="8621832" cy="7401807"/>
            <a:chOff x="0" y="0"/>
            <a:chExt cx="712319" cy="6985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99407850-9944-691B-2E74-989A6D648345}"/>
                </a:ext>
              </a:extLst>
            </p:cNvPr>
            <p:cNvSpPr/>
            <p:nvPr/>
          </p:nvSpPr>
          <p:spPr>
            <a:xfrm>
              <a:off x="3307" y="0"/>
              <a:ext cx="705706" cy="698500"/>
            </a:xfrm>
            <a:custGeom>
              <a:avLst/>
              <a:gdLst/>
              <a:ahLst/>
              <a:cxnLst/>
              <a:rect l="l" t="t" r="r" b="b"/>
              <a:pathLst>
                <a:path w="705706" h="698500">
                  <a:moveTo>
                    <a:pt x="700353" y="364133"/>
                  </a:moveTo>
                  <a:lnTo>
                    <a:pt x="514471" y="683617"/>
                  </a:lnTo>
                  <a:cubicBezTo>
                    <a:pt x="509110" y="692831"/>
                    <a:pt x="499254" y="698500"/>
                    <a:pt x="488593" y="698500"/>
                  </a:cubicBezTo>
                  <a:lnTo>
                    <a:pt x="217112" y="698500"/>
                  </a:lnTo>
                  <a:cubicBezTo>
                    <a:pt x="206451" y="698500"/>
                    <a:pt x="196595" y="692831"/>
                    <a:pt x="191234" y="683617"/>
                  </a:cubicBezTo>
                  <a:lnTo>
                    <a:pt x="5352" y="364133"/>
                  </a:lnTo>
                  <a:cubicBezTo>
                    <a:pt x="0" y="354933"/>
                    <a:pt x="0" y="343567"/>
                    <a:pt x="5352" y="334367"/>
                  </a:cubicBezTo>
                  <a:lnTo>
                    <a:pt x="191234" y="14883"/>
                  </a:lnTo>
                  <a:cubicBezTo>
                    <a:pt x="196595" y="5669"/>
                    <a:pt x="206451" y="0"/>
                    <a:pt x="217112" y="0"/>
                  </a:cubicBezTo>
                  <a:lnTo>
                    <a:pt x="488593" y="0"/>
                  </a:lnTo>
                  <a:cubicBezTo>
                    <a:pt x="499254" y="0"/>
                    <a:pt x="509110" y="5669"/>
                    <a:pt x="514471" y="14883"/>
                  </a:cubicBezTo>
                  <a:lnTo>
                    <a:pt x="700353" y="334367"/>
                  </a:lnTo>
                  <a:cubicBezTo>
                    <a:pt x="705705" y="343567"/>
                    <a:pt x="705705" y="354933"/>
                    <a:pt x="700353" y="364133"/>
                  </a:cubicBezTo>
                  <a:close/>
                </a:path>
              </a:pathLst>
            </a:custGeom>
            <a:solidFill>
              <a:srgbClr val="05697B"/>
            </a:solidFill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1CAFBF71-3D58-075D-BF5D-9BFA326FA992}"/>
                </a:ext>
              </a:extLst>
            </p:cNvPr>
            <p:cNvSpPr txBox="1"/>
            <p:nvPr/>
          </p:nvSpPr>
          <p:spPr>
            <a:xfrm>
              <a:off x="114300" y="-38100"/>
              <a:ext cx="483719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70ACFDA2-906C-758F-5F4F-C3B2063D053A}"/>
              </a:ext>
            </a:extLst>
          </p:cNvPr>
          <p:cNvGrpSpPr/>
          <p:nvPr/>
        </p:nvGrpSpPr>
        <p:grpSpPr>
          <a:xfrm>
            <a:off x="16200411" y="-3096191"/>
            <a:ext cx="4918926" cy="3684713"/>
            <a:chOff x="0" y="0"/>
            <a:chExt cx="668203" cy="6985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985BDF21-E53D-F660-C1EE-7CBD70C93F61}"/>
                </a:ext>
              </a:extLst>
            </p:cNvPr>
            <p:cNvSpPr/>
            <p:nvPr/>
          </p:nvSpPr>
          <p:spPr>
            <a:xfrm>
              <a:off x="6260" y="0"/>
              <a:ext cx="655684" cy="698500"/>
            </a:xfrm>
            <a:custGeom>
              <a:avLst/>
              <a:gdLst/>
              <a:ahLst/>
              <a:cxnLst/>
              <a:rect l="l" t="t" r="r" b="b"/>
              <a:pathLst>
                <a:path w="655684" h="698500">
                  <a:moveTo>
                    <a:pt x="645549" y="377427"/>
                  </a:moveTo>
                  <a:lnTo>
                    <a:pt x="475137" y="670323"/>
                  </a:lnTo>
                  <a:cubicBezTo>
                    <a:pt x="464987" y="687768"/>
                    <a:pt x="446327" y="698500"/>
                    <a:pt x="426144" y="698500"/>
                  </a:cubicBezTo>
                  <a:lnTo>
                    <a:pt x="229539" y="698500"/>
                  </a:lnTo>
                  <a:cubicBezTo>
                    <a:pt x="209356" y="698500"/>
                    <a:pt x="190696" y="687768"/>
                    <a:pt x="180546" y="670323"/>
                  </a:cubicBezTo>
                  <a:lnTo>
                    <a:pt x="10134" y="377427"/>
                  </a:lnTo>
                  <a:cubicBezTo>
                    <a:pt x="0" y="360009"/>
                    <a:pt x="0" y="338491"/>
                    <a:pt x="10134" y="321073"/>
                  </a:cubicBezTo>
                  <a:lnTo>
                    <a:pt x="180546" y="28177"/>
                  </a:lnTo>
                  <a:cubicBezTo>
                    <a:pt x="190696" y="10732"/>
                    <a:pt x="209356" y="0"/>
                    <a:pt x="229539" y="0"/>
                  </a:cubicBezTo>
                  <a:lnTo>
                    <a:pt x="426144" y="0"/>
                  </a:lnTo>
                  <a:cubicBezTo>
                    <a:pt x="446327" y="0"/>
                    <a:pt x="464987" y="10732"/>
                    <a:pt x="475137" y="28177"/>
                  </a:cubicBezTo>
                  <a:lnTo>
                    <a:pt x="645549" y="321073"/>
                  </a:lnTo>
                  <a:cubicBezTo>
                    <a:pt x="655683" y="338491"/>
                    <a:pt x="655683" y="360009"/>
                    <a:pt x="645549" y="377427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E67C5E99-167F-3416-3E9F-982E9BDED44A}"/>
                </a:ext>
              </a:extLst>
            </p:cNvPr>
            <p:cNvSpPr txBox="1"/>
            <p:nvPr/>
          </p:nvSpPr>
          <p:spPr>
            <a:xfrm>
              <a:off x="114300" y="-38100"/>
              <a:ext cx="43960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A48A9E9E-0EFC-B6BA-1C79-9785A913CEEA}"/>
              </a:ext>
            </a:extLst>
          </p:cNvPr>
          <p:cNvGrpSpPr/>
          <p:nvPr/>
        </p:nvGrpSpPr>
        <p:grpSpPr>
          <a:xfrm>
            <a:off x="16137534" y="-2371094"/>
            <a:ext cx="5091140" cy="3171194"/>
            <a:chOff x="0" y="0"/>
            <a:chExt cx="793214" cy="698500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89681099-7F98-256C-4F79-1698F3E89AAF}"/>
                </a:ext>
              </a:extLst>
            </p:cNvPr>
            <p:cNvSpPr/>
            <p:nvPr/>
          </p:nvSpPr>
          <p:spPr>
            <a:xfrm>
              <a:off x="5655" y="0"/>
              <a:ext cx="781904" cy="698500"/>
            </a:xfrm>
            <a:custGeom>
              <a:avLst/>
              <a:gdLst/>
              <a:ahLst/>
              <a:cxnLst/>
              <a:rect l="l" t="t" r="r" b="b"/>
              <a:pathLst>
                <a:path w="781904" h="698500">
                  <a:moveTo>
                    <a:pt x="772749" y="374704"/>
                  </a:moveTo>
                  <a:lnTo>
                    <a:pt x="599169" y="673046"/>
                  </a:lnTo>
                  <a:cubicBezTo>
                    <a:pt x="589999" y="688805"/>
                    <a:pt x="573142" y="698500"/>
                    <a:pt x="554910" y="698500"/>
                  </a:cubicBezTo>
                  <a:lnTo>
                    <a:pt x="226994" y="698500"/>
                  </a:lnTo>
                  <a:cubicBezTo>
                    <a:pt x="208762" y="698500"/>
                    <a:pt x="191904" y="688805"/>
                    <a:pt x="182735" y="673046"/>
                  </a:cubicBezTo>
                  <a:lnTo>
                    <a:pt x="9155" y="374704"/>
                  </a:lnTo>
                  <a:cubicBezTo>
                    <a:pt x="0" y="358969"/>
                    <a:pt x="0" y="339531"/>
                    <a:pt x="9155" y="323796"/>
                  </a:cubicBezTo>
                  <a:lnTo>
                    <a:pt x="182735" y="25454"/>
                  </a:lnTo>
                  <a:cubicBezTo>
                    <a:pt x="191904" y="9695"/>
                    <a:pt x="208762" y="0"/>
                    <a:pt x="226994" y="0"/>
                  </a:cubicBezTo>
                  <a:lnTo>
                    <a:pt x="554910" y="0"/>
                  </a:lnTo>
                  <a:cubicBezTo>
                    <a:pt x="573142" y="0"/>
                    <a:pt x="589999" y="9695"/>
                    <a:pt x="599169" y="25454"/>
                  </a:cubicBezTo>
                  <a:lnTo>
                    <a:pt x="772749" y="323796"/>
                  </a:lnTo>
                  <a:cubicBezTo>
                    <a:pt x="781904" y="339531"/>
                    <a:pt x="781904" y="358969"/>
                    <a:pt x="772749" y="374704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6E068291-57D3-689B-25F5-52C2EFFBBFB4}"/>
                </a:ext>
              </a:extLst>
            </p:cNvPr>
            <p:cNvSpPr txBox="1"/>
            <p:nvPr/>
          </p:nvSpPr>
          <p:spPr>
            <a:xfrm>
              <a:off x="114300" y="-38100"/>
              <a:ext cx="56461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Freeform 35">
            <a:extLst>
              <a:ext uri="{FF2B5EF4-FFF2-40B4-BE49-F238E27FC236}">
                <a16:creationId xmlns:a16="http://schemas.microsoft.com/office/drawing/2014/main" id="{BBA02C00-AA55-BBE4-D6C4-CDE9E4277429}"/>
              </a:ext>
            </a:extLst>
          </p:cNvPr>
          <p:cNvSpPr/>
          <p:nvPr/>
        </p:nvSpPr>
        <p:spPr>
          <a:xfrm>
            <a:off x="17031166" y="5203313"/>
            <a:ext cx="741417" cy="185354"/>
          </a:xfrm>
          <a:custGeom>
            <a:avLst/>
            <a:gdLst/>
            <a:ahLst/>
            <a:cxnLst/>
            <a:rect l="l" t="t" r="r" b="b"/>
            <a:pathLst>
              <a:path w="741417" h="185354">
                <a:moveTo>
                  <a:pt x="0" y="0"/>
                </a:moveTo>
                <a:lnTo>
                  <a:pt x="741417" y="0"/>
                </a:lnTo>
                <a:lnTo>
                  <a:pt x="741417" y="185355"/>
                </a:lnTo>
                <a:lnTo>
                  <a:pt x="0" y="185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7" name="Group 47">
            <a:extLst>
              <a:ext uri="{FF2B5EF4-FFF2-40B4-BE49-F238E27FC236}">
                <a16:creationId xmlns:a16="http://schemas.microsoft.com/office/drawing/2014/main" id="{E004EFAC-DBF5-9B0D-0708-380E579D95B3}"/>
              </a:ext>
            </a:extLst>
          </p:cNvPr>
          <p:cNvGrpSpPr/>
          <p:nvPr/>
        </p:nvGrpSpPr>
        <p:grpSpPr>
          <a:xfrm>
            <a:off x="-3881030" y="1996214"/>
            <a:ext cx="4477612" cy="2482363"/>
            <a:chOff x="0" y="0"/>
            <a:chExt cx="1259934" cy="698500"/>
          </a:xfrm>
        </p:grpSpPr>
        <p:sp>
          <p:nvSpPr>
            <p:cNvPr id="48" name="Freeform 48">
              <a:extLst>
                <a:ext uri="{FF2B5EF4-FFF2-40B4-BE49-F238E27FC236}">
                  <a16:creationId xmlns:a16="http://schemas.microsoft.com/office/drawing/2014/main" id="{DCD99313-E534-3FDE-A447-48621FE2153E}"/>
                </a:ext>
              </a:extLst>
            </p:cNvPr>
            <p:cNvSpPr/>
            <p:nvPr/>
          </p:nvSpPr>
          <p:spPr>
            <a:xfrm>
              <a:off x="8300" y="0"/>
              <a:ext cx="1243333" cy="698500"/>
            </a:xfrm>
            <a:custGeom>
              <a:avLst/>
              <a:gdLst/>
              <a:ahLst/>
              <a:cxnLst/>
              <a:rect l="l" t="t" r="r" b="b"/>
              <a:pathLst>
                <a:path w="1243333" h="698500">
                  <a:moveTo>
                    <a:pt x="1229896" y="386612"/>
                  </a:moveTo>
                  <a:lnTo>
                    <a:pt x="1070171" y="661138"/>
                  </a:lnTo>
                  <a:cubicBezTo>
                    <a:pt x="1056713" y="684270"/>
                    <a:pt x="1031970" y="698500"/>
                    <a:pt x="1005208" y="698500"/>
                  </a:cubicBezTo>
                  <a:lnTo>
                    <a:pt x="238126" y="698500"/>
                  </a:lnTo>
                  <a:cubicBezTo>
                    <a:pt x="211364" y="698500"/>
                    <a:pt x="186620" y="684270"/>
                    <a:pt x="173162" y="661138"/>
                  </a:cubicBezTo>
                  <a:lnTo>
                    <a:pt x="13438" y="386612"/>
                  </a:lnTo>
                  <a:cubicBezTo>
                    <a:pt x="0" y="363516"/>
                    <a:pt x="0" y="334984"/>
                    <a:pt x="13438" y="311888"/>
                  </a:cubicBezTo>
                  <a:lnTo>
                    <a:pt x="173162" y="37362"/>
                  </a:lnTo>
                  <a:cubicBezTo>
                    <a:pt x="186620" y="14230"/>
                    <a:pt x="211364" y="0"/>
                    <a:pt x="238126" y="0"/>
                  </a:cubicBezTo>
                  <a:lnTo>
                    <a:pt x="1005208" y="0"/>
                  </a:lnTo>
                  <a:cubicBezTo>
                    <a:pt x="1031970" y="0"/>
                    <a:pt x="1056713" y="14230"/>
                    <a:pt x="1070171" y="37362"/>
                  </a:cubicBezTo>
                  <a:lnTo>
                    <a:pt x="1229896" y="311888"/>
                  </a:lnTo>
                  <a:cubicBezTo>
                    <a:pt x="1243333" y="334984"/>
                    <a:pt x="1243333" y="363516"/>
                    <a:pt x="1229896" y="386612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9" name="TextBox 49">
              <a:extLst>
                <a:ext uri="{FF2B5EF4-FFF2-40B4-BE49-F238E27FC236}">
                  <a16:creationId xmlns:a16="http://schemas.microsoft.com/office/drawing/2014/main" id="{6F1F57E0-0DFE-8A42-8C3E-CF84544FDFCF}"/>
                </a:ext>
              </a:extLst>
            </p:cNvPr>
            <p:cNvSpPr txBox="1"/>
            <p:nvPr/>
          </p:nvSpPr>
          <p:spPr>
            <a:xfrm>
              <a:off x="114300" y="-38100"/>
              <a:ext cx="103133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1C6558DC-F6DD-25F8-B3FA-A2792FDC7246}"/>
              </a:ext>
            </a:extLst>
          </p:cNvPr>
          <p:cNvSpPr txBox="1"/>
          <p:nvPr/>
        </p:nvSpPr>
        <p:spPr>
          <a:xfrm>
            <a:off x="140360" y="207349"/>
            <a:ext cx="58301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Procedure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A51610-056C-6B85-7D03-8DC547626312}"/>
              </a:ext>
            </a:extLst>
          </p:cNvPr>
          <p:cNvSpPr txBox="1"/>
          <p:nvPr/>
        </p:nvSpPr>
        <p:spPr>
          <a:xfrm>
            <a:off x="14190083" y="3453664"/>
            <a:ext cx="26810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delay, t = 2s 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33A6DDD-649A-A960-B2FB-72E13728A108}"/>
              </a:ext>
            </a:extLst>
          </p:cNvPr>
          <p:cNvGrpSpPr/>
          <p:nvPr/>
        </p:nvGrpSpPr>
        <p:grpSpPr>
          <a:xfrm>
            <a:off x="1230408" y="1650293"/>
            <a:ext cx="14624817" cy="5901308"/>
            <a:chOff x="1230408" y="1650293"/>
            <a:chExt cx="14943560" cy="7732920"/>
          </a:xfrm>
        </p:grpSpPr>
        <p:sp>
          <p:nvSpPr>
            <p:cNvPr id="53" name="TextBox 53">
              <a:extLst>
                <a:ext uri="{FF2B5EF4-FFF2-40B4-BE49-F238E27FC236}">
                  <a16:creationId xmlns:a16="http://schemas.microsoft.com/office/drawing/2014/main" id="{5932BF54-24BA-6F0A-F57F-48795E7364A5}"/>
                </a:ext>
              </a:extLst>
            </p:cNvPr>
            <p:cNvSpPr txBox="1"/>
            <p:nvPr/>
          </p:nvSpPr>
          <p:spPr>
            <a:xfrm>
              <a:off x="1230408" y="7211579"/>
              <a:ext cx="2353523" cy="4401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96"/>
                </a:lnSpc>
              </a:pPr>
              <a:r>
                <a:rPr lang="en-US" b="1">
                  <a:solidFill>
                    <a:srgbClr val="FFFFFF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MISSION</a:t>
              </a:r>
            </a:p>
          </p:txBody>
        </p:sp>
        <p:sp>
          <p:nvSpPr>
            <p:cNvPr id="21" name="Diamond 20">
              <a:extLst>
                <a:ext uri="{FF2B5EF4-FFF2-40B4-BE49-F238E27FC236}">
                  <a16:creationId xmlns:a16="http://schemas.microsoft.com/office/drawing/2014/main" id="{728C8486-B251-1BE8-7D30-68CC19B88E80}"/>
                </a:ext>
              </a:extLst>
            </p:cNvPr>
            <p:cNvSpPr/>
            <p:nvPr/>
          </p:nvSpPr>
          <p:spPr>
            <a:xfrm>
              <a:off x="12595765" y="2183572"/>
              <a:ext cx="3450282" cy="1807834"/>
            </a:xfrm>
            <a:prstGeom prst="diamond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Read Data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G-30, B-30, &gt; 200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=WHITE</a:t>
              </a:r>
            </a:p>
          </p:txBody>
        </p:sp>
        <p:sp>
          <p:nvSpPr>
            <p:cNvPr id="22" name="Diamond 21">
              <a:extLst>
                <a:ext uri="{FF2B5EF4-FFF2-40B4-BE49-F238E27FC236}">
                  <a16:creationId xmlns:a16="http://schemas.microsoft.com/office/drawing/2014/main" id="{19E0416B-926C-9281-79B9-DDA5D3816845}"/>
                </a:ext>
              </a:extLst>
            </p:cNvPr>
            <p:cNvSpPr/>
            <p:nvPr/>
          </p:nvSpPr>
          <p:spPr>
            <a:xfrm>
              <a:off x="7038530" y="2289973"/>
              <a:ext cx="3832092" cy="1804543"/>
            </a:xfrm>
            <a:prstGeom prst="diamond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Read data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&gt;G+50, &gt;B+50, &gt;150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=RED</a:t>
              </a:r>
            </a:p>
          </p:txBody>
        </p:sp>
        <p:sp>
          <p:nvSpPr>
            <p:cNvPr id="23" name="Diamond 22">
              <a:extLst>
                <a:ext uri="{FF2B5EF4-FFF2-40B4-BE49-F238E27FC236}">
                  <a16:creationId xmlns:a16="http://schemas.microsoft.com/office/drawing/2014/main" id="{188F6F02-F7CA-6C4C-7ED7-205F9D21EDB3}"/>
                </a:ext>
              </a:extLst>
            </p:cNvPr>
            <p:cNvSpPr/>
            <p:nvPr/>
          </p:nvSpPr>
          <p:spPr>
            <a:xfrm>
              <a:off x="1836291" y="2286682"/>
              <a:ext cx="3447904" cy="1807834"/>
            </a:xfrm>
            <a:prstGeom prst="diamond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Read Data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G+20, B+20, &lt;100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=Black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85DD0C2-E932-0942-044E-92D561CAF4D6}"/>
                </a:ext>
              </a:extLst>
            </p:cNvPr>
            <p:cNvCxnSpPr>
              <a:cxnSpLocks/>
              <a:stCxn id="22" idx="0"/>
            </p:cNvCxnSpPr>
            <p:nvPr/>
          </p:nvCxnSpPr>
          <p:spPr>
            <a:xfrm flipV="1">
              <a:off x="8954577" y="1650293"/>
              <a:ext cx="0" cy="639680"/>
            </a:xfrm>
            <a:prstGeom prst="lin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D8785AF-2FDF-E57C-3BB4-9A2E28C54CA4}"/>
                </a:ext>
              </a:extLst>
            </p:cNvPr>
            <p:cNvSpPr txBox="1"/>
            <p:nvPr/>
          </p:nvSpPr>
          <p:spPr>
            <a:xfrm>
              <a:off x="3636643" y="4107155"/>
              <a:ext cx="2563006" cy="549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time delay, t = 2s 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256509A-79C0-6A1F-1942-EFF2DA06A149}"/>
                </a:ext>
              </a:extLst>
            </p:cNvPr>
            <p:cNvSpPr txBox="1"/>
            <p:nvPr/>
          </p:nvSpPr>
          <p:spPr>
            <a:xfrm>
              <a:off x="9187985" y="4129889"/>
              <a:ext cx="2742695" cy="5491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time delay, t = 2s </a:t>
              </a:r>
            </a:p>
          </p:txBody>
        </p: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E4E8A9DF-6069-11D8-37D4-5721C9F01E9C}"/>
                </a:ext>
              </a:extLst>
            </p:cNvPr>
            <p:cNvCxnSpPr>
              <a:cxnSpLocks/>
              <a:stCxn id="23" idx="0"/>
              <a:endCxn id="21" idx="0"/>
            </p:cNvCxnSpPr>
            <p:nvPr/>
          </p:nvCxnSpPr>
          <p:spPr>
            <a:xfrm rot="5400000" flipH="1" flipV="1">
              <a:off x="8889020" y="-3145204"/>
              <a:ext cx="103110" cy="10760662"/>
            </a:xfrm>
            <a:prstGeom prst="bentConnector3">
              <a:avLst>
                <a:gd name="adj1" fmla="val 628681"/>
              </a:avLst>
            </a:prstGeom>
            <a:solidFill>
              <a:schemeClr val="accent3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4A89E94-6B6C-5857-DAF3-9EEFA07970CE}"/>
                </a:ext>
              </a:extLst>
            </p:cNvPr>
            <p:cNvSpPr/>
            <p:nvPr/>
          </p:nvSpPr>
          <p:spPr>
            <a:xfrm>
              <a:off x="2076642" y="4729465"/>
              <a:ext cx="2956577" cy="619594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Servo turns to 45° position 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A88A2AE-90A0-B9AC-9765-14FD23DD64AF}"/>
                </a:ext>
              </a:extLst>
            </p:cNvPr>
            <p:cNvSpPr/>
            <p:nvPr/>
          </p:nvSpPr>
          <p:spPr>
            <a:xfrm>
              <a:off x="12813433" y="4642842"/>
              <a:ext cx="2956577" cy="619594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Servo turns to 45° position 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68D0C8C-4EF7-D8C2-B621-44DFEDF7668B}"/>
                </a:ext>
              </a:extLst>
            </p:cNvPr>
            <p:cNvSpPr/>
            <p:nvPr/>
          </p:nvSpPr>
          <p:spPr>
            <a:xfrm>
              <a:off x="7278665" y="4742562"/>
              <a:ext cx="2956577" cy="619594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Servo turns to 45° position 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D5C411EB-3719-4CE3-3963-4A61EB838D50}"/>
                </a:ext>
              </a:extLst>
            </p:cNvPr>
            <p:cNvCxnSpPr>
              <a:cxnSpLocks/>
              <a:stCxn id="23" idx="2"/>
              <a:endCxn id="36" idx="0"/>
            </p:cNvCxnSpPr>
            <p:nvPr/>
          </p:nvCxnSpPr>
          <p:spPr>
            <a:xfrm flipH="1">
              <a:off x="3554932" y="4094516"/>
              <a:ext cx="5313" cy="634949"/>
            </a:xfrm>
            <a:prstGeom prst="straightConnector1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0C7881C-986C-9057-4239-C3F27F3D297F}"/>
                </a:ext>
              </a:extLst>
            </p:cNvPr>
            <p:cNvCxnSpPr>
              <a:cxnSpLocks/>
            </p:cNvCxnSpPr>
            <p:nvPr/>
          </p:nvCxnSpPr>
          <p:spPr>
            <a:xfrm>
              <a:off x="8940575" y="4094516"/>
              <a:ext cx="0" cy="664761"/>
            </a:xfrm>
            <a:prstGeom prst="straightConnector1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FE1507C7-4FDF-2F31-33FB-7F4354EB226B}"/>
                </a:ext>
              </a:extLst>
            </p:cNvPr>
            <p:cNvCxnSpPr>
              <a:stCxn id="21" idx="2"/>
            </p:cNvCxnSpPr>
            <p:nvPr/>
          </p:nvCxnSpPr>
          <p:spPr>
            <a:xfrm>
              <a:off x="14320906" y="3991406"/>
              <a:ext cx="0" cy="657822"/>
            </a:xfrm>
            <a:prstGeom prst="straightConnector1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D4A4322-B4A1-1631-5A72-21F4B9374620}"/>
                </a:ext>
              </a:extLst>
            </p:cNvPr>
            <p:cNvSpPr/>
            <p:nvPr/>
          </p:nvSpPr>
          <p:spPr>
            <a:xfrm>
              <a:off x="2170069" y="8602697"/>
              <a:ext cx="2956577" cy="78051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DC MOTOR 1 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ON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40CE597-0254-9DB1-DF32-DEFCBCD94F4E}"/>
                </a:ext>
              </a:extLst>
            </p:cNvPr>
            <p:cNvSpPr/>
            <p:nvPr/>
          </p:nvSpPr>
          <p:spPr>
            <a:xfrm>
              <a:off x="7277794" y="8603619"/>
              <a:ext cx="2956577" cy="75243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DC MOTOR 2 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ON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A81F535-23FC-6152-BCAC-513736ABB16B}"/>
                </a:ext>
              </a:extLst>
            </p:cNvPr>
            <p:cNvSpPr/>
            <p:nvPr/>
          </p:nvSpPr>
          <p:spPr>
            <a:xfrm>
              <a:off x="12813434" y="8579574"/>
              <a:ext cx="2956577" cy="71617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DC MOTOR 3 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ON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3DC3B993-0D1C-A607-C161-2E324670EC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61434" y="5362156"/>
              <a:ext cx="3796" cy="737251"/>
            </a:xfrm>
            <a:prstGeom prst="straightConnector1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1570DCF4-847A-E088-3ADB-B9513B6173AC}"/>
                </a:ext>
              </a:extLst>
            </p:cNvPr>
            <p:cNvCxnSpPr>
              <a:cxnSpLocks/>
            </p:cNvCxnSpPr>
            <p:nvPr/>
          </p:nvCxnSpPr>
          <p:spPr>
            <a:xfrm>
              <a:off x="8940575" y="5349059"/>
              <a:ext cx="0" cy="737251"/>
            </a:xfrm>
            <a:prstGeom prst="straightConnector1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84AF6199-4B32-453B-0522-12E9BDE76B1A}"/>
                </a:ext>
              </a:extLst>
            </p:cNvPr>
            <p:cNvCxnSpPr>
              <a:cxnSpLocks/>
              <a:stCxn id="37" idx="2"/>
            </p:cNvCxnSpPr>
            <p:nvPr/>
          </p:nvCxnSpPr>
          <p:spPr>
            <a:xfrm flipH="1">
              <a:off x="14291719" y="5262436"/>
              <a:ext cx="3" cy="799309"/>
            </a:xfrm>
            <a:prstGeom prst="straightConnector1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09CF0702-58A1-57C3-E246-8011FAF08E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54932" y="7937137"/>
              <a:ext cx="1" cy="657822"/>
            </a:xfrm>
            <a:prstGeom prst="straightConnector1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3D1BEDB8-93CC-A2E9-7CB7-CB4A292B7D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40575" y="7934725"/>
              <a:ext cx="69" cy="644850"/>
            </a:xfrm>
            <a:prstGeom prst="straightConnector1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2EA8D0EE-3AC2-6D67-6FC3-E8C1E95B1CB0}"/>
                </a:ext>
              </a:extLst>
            </p:cNvPr>
            <p:cNvCxnSpPr>
              <a:cxnSpLocks/>
              <a:stCxn id="80" idx="2"/>
              <a:endCxn id="50" idx="0"/>
            </p:cNvCxnSpPr>
            <p:nvPr/>
          </p:nvCxnSpPr>
          <p:spPr>
            <a:xfrm>
              <a:off x="14291720" y="7916480"/>
              <a:ext cx="2" cy="663094"/>
            </a:xfrm>
            <a:prstGeom prst="straightConnector1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Diamond 74">
              <a:extLst>
                <a:ext uri="{FF2B5EF4-FFF2-40B4-BE49-F238E27FC236}">
                  <a16:creationId xmlns:a16="http://schemas.microsoft.com/office/drawing/2014/main" id="{7EF0AC06-ECA7-BAB3-FC55-C39FA9B9A965}"/>
                </a:ext>
              </a:extLst>
            </p:cNvPr>
            <p:cNvSpPr/>
            <p:nvPr/>
          </p:nvSpPr>
          <p:spPr>
            <a:xfrm>
              <a:off x="1676401" y="6061745"/>
              <a:ext cx="3764497" cy="1875392"/>
            </a:xfrm>
            <a:prstGeom prst="diamond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Black Container Fills Up</a:t>
              </a:r>
            </a:p>
            <a:p>
              <a:pPr algn="ctr"/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D3DDC27-2AE9-46AC-C7EB-9B699CEDF1BD}"/>
                </a:ext>
              </a:extLst>
            </p:cNvPr>
            <p:cNvSpPr txBox="1"/>
            <p:nvPr/>
          </p:nvSpPr>
          <p:spPr>
            <a:xfrm>
              <a:off x="3816948" y="7973464"/>
              <a:ext cx="1112431" cy="54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77" name="Diamond 76">
              <a:extLst>
                <a:ext uri="{FF2B5EF4-FFF2-40B4-BE49-F238E27FC236}">
                  <a16:creationId xmlns:a16="http://schemas.microsoft.com/office/drawing/2014/main" id="{08C9C3C1-6B89-8B18-A17A-1938C92A7F8A}"/>
                </a:ext>
              </a:extLst>
            </p:cNvPr>
            <p:cNvSpPr/>
            <p:nvPr/>
          </p:nvSpPr>
          <p:spPr>
            <a:xfrm>
              <a:off x="7072327" y="6083379"/>
              <a:ext cx="3764497" cy="1875392"/>
            </a:xfrm>
            <a:prstGeom prst="diamond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Red Container Fills Up</a:t>
              </a:r>
            </a:p>
            <a:p>
              <a:pPr algn="ctr"/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5D52728-0D93-8BFC-1464-73E5D429E651}"/>
                </a:ext>
              </a:extLst>
            </p:cNvPr>
            <p:cNvSpPr txBox="1"/>
            <p:nvPr/>
          </p:nvSpPr>
          <p:spPr>
            <a:xfrm>
              <a:off x="1687283" y="7715856"/>
              <a:ext cx="1248534" cy="549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</p:txBody>
        </p:sp>
        <p:cxnSp>
          <p:nvCxnSpPr>
            <p:cNvPr id="79" name="Connector: Elbow 78">
              <a:extLst>
                <a:ext uri="{FF2B5EF4-FFF2-40B4-BE49-F238E27FC236}">
                  <a16:creationId xmlns:a16="http://schemas.microsoft.com/office/drawing/2014/main" id="{D9831DE1-C2DB-97E8-AD53-C0E24468E4F1}"/>
                </a:ext>
              </a:extLst>
            </p:cNvPr>
            <p:cNvCxnSpPr>
              <a:cxnSpLocks/>
              <a:endCxn id="23" idx="1"/>
            </p:cNvCxnSpPr>
            <p:nvPr/>
          </p:nvCxnSpPr>
          <p:spPr>
            <a:xfrm rot="16200000" flipV="1">
              <a:off x="178356" y="4848536"/>
              <a:ext cx="5044819" cy="1728946"/>
            </a:xfrm>
            <a:prstGeom prst="bentConnector4">
              <a:avLst>
                <a:gd name="adj1" fmla="val -555"/>
                <a:gd name="adj2" fmla="val 116166"/>
              </a:avLst>
            </a:prstGeom>
            <a:solidFill>
              <a:schemeClr val="accent3">
                <a:lumMod val="60000"/>
                <a:lumOff val="40000"/>
              </a:schemeClr>
            </a:solidFill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Diamond 79">
              <a:extLst>
                <a:ext uri="{FF2B5EF4-FFF2-40B4-BE49-F238E27FC236}">
                  <a16:creationId xmlns:a16="http://schemas.microsoft.com/office/drawing/2014/main" id="{2F1B134E-D6C1-41BB-B570-246B08890414}"/>
                </a:ext>
              </a:extLst>
            </p:cNvPr>
            <p:cNvSpPr/>
            <p:nvPr/>
          </p:nvSpPr>
          <p:spPr>
            <a:xfrm>
              <a:off x="12409471" y="6041089"/>
              <a:ext cx="3764497" cy="1875392"/>
            </a:xfrm>
            <a:prstGeom prst="diamond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White Container Fills Up</a:t>
              </a:r>
            </a:p>
            <a:p>
              <a:pPr algn="ctr"/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1" name="Connector: Elbow 80">
              <a:extLst>
                <a:ext uri="{FF2B5EF4-FFF2-40B4-BE49-F238E27FC236}">
                  <a16:creationId xmlns:a16="http://schemas.microsoft.com/office/drawing/2014/main" id="{1A6A1A09-9A2E-81E8-A36A-D04D11535B1A}"/>
                </a:ext>
              </a:extLst>
            </p:cNvPr>
            <p:cNvCxnSpPr>
              <a:cxnSpLocks/>
              <a:endCxn id="22" idx="1"/>
            </p:cNvCxnSpPr>
            <p:nvPr/>
          </p:nvCxnSpPr>
          <p:spPr>
            <a:xfrm rot="16200000" flipV="1">
              <a:off x="5454548" y="4776228"/>
              <a:ext cx="5073803" cy="1905837"/>
            </a:xfrm>
            <a:prstGeom prst="bentConnector4">
              <a:avLst>
                <a:gd name="adj1" fmla="val 1599"/>
                <a:gd name="adj2" fmla="val 140905"/>
              </a:avLst>
            </a:prstGeom>
            <a:solidFill>
              <a:schemeClr val="accent3">
                <a:lumMod val="60000"/>
                <a:lumOff val="40000"/>
              </a:schemeClr>
            </a:solidFill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: Elbow 81">
              <a:extLst>
                <a:ext uri="{FF2B5EF4-FFF2-40B4-BE49-F238E27FC236}">
                  <a16:creationId xmlns:a16="http://schemas.microsoft.com/office/drawing/2014/main" id="{03AC870F-CF8B-76D8-0357-DE88E83F8E27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 rot="16200000" flipV="1">
              <a:off x="10836626" y="4846628"/>
              <a:ext cx="5214230" cy="1695952"/>
            </a:xfrm>
            <a:prstGeom prst="bentConnector4">
              <a:avLst>
                <a:gd name="adj1" fmla="val -271"/>
                <a:gd name="adj2" fmla="val 133046"/>
              </a:avLst>
            </a:prstGeom>
            <a:solidFill>
              <a:schemeClr val="accent3">
                <a:lumMod val="60000"/>
                <a:lumOff val="40000"/>
              </a:schemeClr>
            </a:solidFill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241CF8D-90C1-B902-6435-D38E584C5F98}"/>
                </a:ext>
              </a:extLst>
            </p:cNvPr>
            <p:cNvSpPr txBox="1"/>
            <p:nvPr/>
          </p:nvSpPr>
          <p:spPr>
            <a:xfrm>
              <a:off x="6481964" y="7741354"/>
              <a:ext cx="1248534" cy="549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D886B04-626C-19FA-3ADF-5C9AE0CC0997}"/>
                </a:ext>
              </a:extLst>
            </p:cNvPr>
            <p:cNvSpPr txBox="1"/>
            <p:nvPr/>
          </p:nvSpPr>
          <p:spPr>
            <a:xfrm>
              <a:off x="12375457" y="7820508"/>
              <a:ext cx="1248534" cy="549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F5A9FAD8-9D59-47BE-C0E6-DB24D270E9CC}"/>
              </a:ext>
            </a:extLst>
          </p:cNvPr>
          <p:cNvSpPr txBox="1"/>
          <p:nvPr/>
        </p:nvSpPr>
        <p:spPr>
          <a:xfrm>
            <a:off x="8991796" y="6492222"/>
            <a:ext cx="1088703" cy="41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CBBDB70-11B5-FB2E-B1AE-9A4CFBA440D0}"/>
              </a:ext>
            </a:extLst>
          </p:cNvPr>
          <p:cNvSpPr txBox="1"/>
          <p:nvPr/>
        </p:nvSpPr>
        <p:spPr>
          <a:xfrm>
            <a:off x="14238298" y="6446200"/>
            <a:ext cx="1088703" cy="41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0CE0250-1B43-D7FC-225C-E2C7F43307B3}"/>
              </a:ext>
            </a:extLst>
          </p:cNvPr>
          <p:cNvCxnSpPr>
            <a:stCxn id="42" idx="2"/>
            <a:endCxn id="20" idx="0"/>
          </p:cNvCxnSpPr>
          <p:nvPr/>
        </p:nvCxnSpPr>
        <p:spPr>
          <a:xfrm>
            <a:off x="3596783" y="7551601"/>
            <a:ext cx="0" cy="5101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8062B97-09B1-A3DB-D7E8-F99EC0134C99}"/>
              </a:ext>
            </a:extLst>
          </p:cNvPr>
          <p:cNvGrpSpPr/>
          <p:nvPr/>
        </p:nvGrpSpPr>
        <p:grpSpPr>
          <a:xfrm>
            <a:off x="2118494" y="8061775"/>
            <a:ext cx="2956577" cy="1613734"/>
            <a:chOff x="2118494" y="8061775"/>
            <a:chExt cx="2956577" cy="161373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F2A0AF-A3A2-6B04-C058-914F0EA5FFE8}"/>
                </a:ext>
              </a:extLst>
            </p:cNvPr>
            <p:cNvSpPr/>
            <p:nvPr/>
          </p:nvSpPr>
          <p:spPr>
            <a:xfrm>
              <a:off x="2118494" y="8061775"/>
              <a:ext cx="2956577" cy="619594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Motor -1 operates corresponding conveyor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7A6E7CE-E18A-C4C3-A352-BF48C3759ED4}"/>
                </a:ext>
              </a:extLst>
            </p:cNvPr>
            <p:cNvSpPr/>
            <p:nvPr/>
          </p:nvSpPr>
          <p:spPr>
            <a:xfrm>
              <a:off x="2118494" y="9055915"/>
              <a:ext cx="2956577" cy="619594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Boxes Stored to storage -1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91139989-3261-1D6E-0A6A-691B83318C75}"/>
                </a:ext>
              </a:extLst>
            </p:cNvPr>
            <p:cNvCxnSpPr>
              <a:cxnSpLocks/>
              <a:stCxn id="20" idx="2"/>
              <a:endCxn id="62" idx="0"/>
            </p:cNvCxnSpPr>
            <p:nvPr/>
          </p:nvCxnSpPr>
          <p:spPr>
            <a:xfrm>
              <a:off x="3596783" y="8681369"/>
              <a:ext cx="0" cy="37454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78F0352-9367-6D96-306E-86735B00D45D}"/>
              </a:ext>
            </a:extLst>
          </p:cNvPr>
          <p:cNvGrpSpPr/>
          <p:nvPr/>
        </p:nvGrpSpPr>
        <p:grpSpPr>
          <a:xfrm>
            <a:off x="7123922" y="8124319"/>
            <a:ext cx="2956577" cy="1613734"/>
            <a:chOff x="2118494" y="8061775"/>
            <a:chExt cx="2956577" cy="1613734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B780FEE-7C2C-00F7-87DB-8BF5908E0D76}"/>
                </a:ext>
              </a:extLst>
            </p:cNvPr>
            <p:cNvSpPr/>
            <p:nvPr/>
          </p:nvSpPr>
          <p:spPr>
            <a:xfrm>
              <a:off x="2118494" y="8061775"/>
              <a:ext cx="2956577" cy="619594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Motor -2 operates corresponding conveyor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225A9E3-01CB-2129-01D1-AAB59598E7B5}"/>
                </a:ext>
              </a:extLst>
            </p:cNvPr>
            <p:cNvSpPr/>
            <p:nvPr/>
          </p:nvSpPr>
          <p:spPr>
            <a:xfrm>
              <a:off x="2118494" y="9055915"/>
              <a:ext cx="2956577" cy="619594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Boxes Stored to storage -2</a:t>
              </a:r>
            </a:p>
          </p:txBody>
        </p: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6F23179E-6950-F48B-68C9-FDC6333D4FA7}"/>
                </a:ext>
              </a:extLst>
            </p:cNvPr>
            <p:cNvCxnSpPr>
              <a:cxnSpLocks/>
              <a:stCxn id="70" idx="2"/>
              <a:endCxn id="71" idx="0"/>
            </p:cNvCxnSpPr>
            <p:nvPr/>
          </p:nvCxnSpPr>
          <p:spPr>
            <a:xfrm>
              <a:off x="3596783" y="8681369"/>
              <a:ext cx="0" cy="37454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6F361CF-E790-844B-4BDA-29F6376B730A}"/>
              </a:ext>
            </a:extLst>
          </p:cNvPr>
          <p:cNvGrpSpPr/>
          <p:nvPr/>
        </p:nvGrpSpPr>
        <p:grpSpPr>
          <a:xfrm>
            <a:off x="12534834" y="8046659"/>
            <a:ext cx="2956577" cy="1613734"/>
            <a:chOff x="2118494" y="8061775"/>
            <a:chExt cx="2956577" cy="1613734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C09C8D7-CC59-2268-17BE-53EBF701A37A}"/>
                </a:ext>
              </a:extLst>
            </p:cNvPr>
            <p:cNvSpPr/>
            <p:nvPr/>
          </p:nvSpPr>
          <p:spPr>
            <a:xfrm>
              <a:off x="2118494" y="8061775"/>
              <a:ext cx="2956577" cy="619594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Motor -1 operates corresponding conveyor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710BBA04-D4F9-EE4F-8B6C-EB2B821F0EA9}"/>
                </a:ext>
              </a:extLst>
            </p:cNvPr>
            <p:cNvSpPr/>
            <p:nvPr/>
          </p:nvSpPr>
          <p:spPr>
            <a:xfrm>
              <a:off x="2118494" y="9055915"/>
              <a:ext cx="2956577" cy="619594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Boxes Stored to storage -3</a:t>
              </a: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02BCB966-5449-8561-E24C-3E3B2F8B5BFB}"/>
                </a:ext>
              </a:extLst>
            </p:cNvPr>
            <p:cNvCxnSpPr>
              <a:cxnSpLocks/>
              <a:stCxn id="86" idx="2"/>
              <a:endCxn id="87" idx="0"/>
            </p:cNvCxnSpPr>
            <p:nvPr/>
          </p:nvCxnSpPr>
          <p:spPr>
            <a:xfrm>
              <a:off x="3596783" y="8681369"/>
              <a:ext cx="0" cy="37454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03B8CA88-0680-F79C-652B-79128E58F24C}"/>
              </a:ext>
            </a:extLst>
          </p:cNvPr>
          <p:cNvCxnSpPr>
            <a:cxnSpLocks/>
            <a:stCxn id="43" idx="2"/>
            <a:endCxn id="70" idx="0"/>
          </p:cNvCxnSpPr>
          <p:nvPr/>
        </p:nvCxnSpPr>
        <p:spPr>
          <a:xfrm>
            <a:off x="8595562" y="7530876"/>
            <a:ext cx="6649" cy="5934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FACCF566-C06F-2333-3CC7-AF7988416D5E}"/>
              </a:ext>
            </a:extLst>
          </p:cNvPr>
          <p:cNvCxnSpPr>
            <a:cxnSpLocks/>
            <a:stCxn id="50" idx="2"/>
            <a:endCxn id="86" idx="0"/>
          </p:cNvCxnSpPr>
          <p:nvPr/>
        </p:nvCxnSpPr>
        <p:spPr>
          <a:xfrm flipH="1">
            <a:off x="14013123" y="7484854"/>
            <a:ext cx="4" cy="5618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9493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8EB5B-51CB-E48A-3DAA-D00C2DB76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>
            <a:extLst>
              <a:ext uri="{FF2B5EF4-FFF2-40B4-BE49-F238E27FC236}">
                <a16:creationId xmlns:a16="http://schemas.microsoft.com/office/drawing/2014/main" id="{E909D0A5-C2E3-2262-D3C8-C8A206CACBC2}"/>
              </a:ext>
            </a:extLst>
          </p:cNvPr>
          <p:cNvGrpSpPr/>
          <p:nvPr/>
        </p:nvGrpSpPr>
        <p:grpSpPr>
          <a:xfrm>
            <a:off x="7239638" y="-2377142"/>
            <a:ext cx="9145730" cy="2948642"/>
            <a:chOff x="0" y="0"/>
            <a:chExt cx="1971842" cy="6985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62C60C4-9A67-12DD-25DF-D50792C2E190}"/>
                </a:ext>
              </a:extLst>
            </p:cNvPr>
            <p:cNvSpPr/>
            <p:nvPr/>
          </p:nvSpPr>
          <p:spPr>
            <a:xfrm>
              <a:off x="3641" y="0"/>
              <a:ext cx="1964561" cy="698500"/>
            </a:xfrm>
            <a:custGeom>
              <a:avLst/>
              <a:gdLst/>
              <a:ahLst/>
              <a:cxnLst/>
              <a:rect l="l" t="t" r="r" b="b"/>
              <a:pathLst>
                <a:path w="1964561" h="698500">
                  <a:moveTo>
                    <a:pt x="1958667" y="365637"/>
                  </a:moveTo>
                  <a:lnTo>
                    <a:pt x="1774536" y="682113"/>
                  </a:lnTo>
                  <a:cubicBezTo>
                    <a:pt x="1768633" y="692258"/>
                    <a:pt x="1757780" y="698500"/>
                    <a:pt x="1746042" y="698500"/>
                  </a:cubicBezTo>
                  <a:lnTo>
                    <a:pt x="218518" y="698500"/>
                  </a:lnTo>
                  <a:cubicBezTo>
                    <a:pt x="206780" y="698500"/>
                    <a:pt x="195928" y="692258"/>
                    <a:pt x="190025" y="682113"/>
                  </a:cubicBezTo>
                  <a:lnTo>
                    <a:pt x="5893" y="365637"/>
                  </a:lnTo>
                  <a:cubicBezTo>
                    <a:pt x="0" y="355507"/>
                    <a:pt x="0" y="342993"/>
                    <a:pt x="5893" y="332863"/>
                  </a:cubicBezTo>
                  <a:lnTo>
                    <a:pt x="190025" y="16387"/>
                  </a:lnTo>
                  <a:cubicBezTo>
                    <a:pt x="195928" y="6242"/>
                    <a:pt x="206780" y="0"/>
                    <a:pt x="218518" y="0"/>
                  </a:cubicBezTo>
                  <a:lnTo>
                    <a:pt x="1746042" y="0"/>
                  </a:lnTo>
                  <a:cubicBezTo>
                    <a:pt x="1757780" y="0"/>
                    <a:pt x="1768633" y="6242"/>
                    <a:pt x="1774536" y="16387"/>
                  </a:cubicBezTo>
                  <a:lnTo>
                    <a:pt x="1958667" y="332863"/>
                  </a:lnTo>
                  <a:cubicBezTo>
                    <a:pt x="1964561" y="342993"/>
                    <a:pt x="1964561" y="355507"/>
                    <a:pt x="1958667" y="365637"/>
                  </a:cubicBezTo>
                  <a:close/>
                </a:path>
              </a:pathLst>
            </a:custGeom>
            <a:solidFill>
              <a:srgbClr val="EDF0EF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DFDCB7A-8C0C-6D73-2FC1-19973EA2F771}"/>
                </a:ext>
              </a:extLst>
            </p:cNvPr>
            <p:cNvSpPr txBox="1"/>
            <p:nvPr/>
          </p:nvSpPr>
          <p:spPr>
            <a:xfrm>
              <a:off x="114300" y="-38100"/>
              <a:ext cx="17432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11D7650E-10C9-654C-311D-CDA3C950926B}"/>
              </a:ext>
            </a:extLst>
          </p:cNvPr>
          <p:cNvGrpSpPr/>
          <p:nvPr/>
        </p:nvGrpSpPr>
        <p:grpSpPr>
          <a:xfrm>
            <a:off x="8064673" y="-1643030"/>
            <a:ext cx="6962716" cy="1833530"/>
            <a:chOff x="0" y="0"/>
            <a:chExt cx="2316153" cy="6985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CFD8033D-E02E-4EC0-EB1D-128A1576F75F}"/>
                </a:ext>
              </a:extLst>
            </p:cNvPr>
            <p:cNvSpPr/>
            <p:nvPr/>
          </p:nvSpPr>
          <p:spPr>
            <a:xfrm>
              <a:off x="5338" y="0"/>
              <a:ext cx="2305477" cy="698500"/>
            </a:xfrm>
            <a:custGeom>
              <a:avLst/>
              <a:gdLst/>
              <a:ahLst/>
              <a:cxnLst/>
              <a:rect l="l" t="t" r="r" b="b"/>
              <a:pathLst>
                <a:path w="2305477" h="698500">
                  <a:moveTo>
                    <a:pt x="2296836" y="373277"/>
                  </a:moveTo>
                  <a:lnTo>
                    <a:pt x="2121595" y="674473"/>
                  </a:lnTo>
                  <a:cubicBezTo>
                    <a:pt x="2112940" y="689349"/>
                    <a:pt x="2097028" y="698500"/>
                    <a:pt x="2079817" y="698500"/>
                  </a:cubicBezTo>
                  <a:lnTo>
                    <a:pt x="225660" y="698500"/>
                  </a:lnTo>
                  <a:cubicBezTo>
                    <a:pt x="208450" y="698500"/>
                    <a:pt x="192538" y="689349"/>
                    <a:pt x="183883" y="674473"/>
                  </a:cubicBezTo>
                  <a:lnTo>
                    <a:pt x="8641" y="373277"/>
                  </a:lnTo>
                  <a:cubicBezTo>
                    <a:pt x="0" y="358424"/>
                    <a:pt x="0" y="340076"/>
                    <a:pt x="8641" y="325223"/>
                  </a:cubicBezTo>
                  <a:lnTo>
                    <a:pt x="183883" y="24027"/>
                  </a:lnTo>
                  <a:cubicBezTo>
                    <a:pt x="192538" y="9151"/>
                    <a:pt x="208450" y="0"/>
                    <a:pt x="225660" y="0"/>
                  </a:cubicBezTo>
                  <a:lnTo>
                    <a:pt x="2079817" y="0"/>
                  </a:lnTo>
                  <a:cubicBezTo>
                    <a:pt x="2097028" y="0"/>
                    <a:pt x="2112940" y="9151"/>
                    <a:pt x="2121595" y="24027"/>
                  </a:cubicBezTo>
                  <a:lnTo>
                    <a:pt x="2296836" y="325223"/>
                  </a:lnTo>
                  <a:cubicBezTo>
                    <a:pt x="2305477" y="340076"/>
                    <a:pt x="2305477" y="358424"/>
                    <a:pt x="2296836" y="373277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086CF477-B9E4-798C-612F-437C0A75B5F8}"/>
                </a:ext>
              </a:extLst>
            </p:cNvPr>
            <p:cNvSpPr txBox="1"/>
            <p:nvPr/>
          </p:nvSpPr>
          <p:spPr>
            <a:xfrm>
              <a:off x="114300" y="-38100"/>
              <a:ext cx="208755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D7A2AE8F-B61E-731E-8D78-15F736EE591F}"/>
              </a:ext>
            </a:extLst>
          </p:cNvPr>
          <p:cNvGrpSpPr/>
          <p:nvPr/>
        </p:nvGrpSpPr>
        <p:grpSpPr>
          <a:xfrm>
            <a:off x="14325600" y="-6373107"/>
            <a:ext cx="8621832" cy="7401807"/>
            <a:chOff x="0" y="0"/>
            <a:chExt cx="712319" cy="6985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E1A807DB-9C31-D9C7-83F0-F9678528B548}"/>
                </a:ext>
              </a:extLst>
            </p:cNvPr>
            <p:cNvSpPr/>
            <p:nvPr/>
          </p:nvSpPr>
          <p:spPr>
            <a:xfrm>
              <a:off x="3307" y="0"/>
              <a:ext cx="705706" cy="698500"/>
            </a:xfrm>
            <a:custGeom>
              <a:avLst/>
              <a:gdLst/>
              <a:ahLst/>
              <a:cxnLst/>
              <a:rect l="l" t="t" r="r" b="b"/>
              <a:pathLst>
                <a:path w="705706" h="698500">
                  <a:moveTo>
                    <a:pt x="700353" y="364133"/>
                  </a:moveTo>
                  <a:lnTo>
                    <a:pt x="514471" y="683617"/>
                  </a:lnTo>
                  <a:cubicBezTo>
                    <a:pt x="509110" y="692831"/>
                    <a:pt x="499254" y="698500"/>
                    <a:pt x="488593" y="698500"/>
                  </a:cubicBezTo>
                  <a:lnTo>
                    <a:pt x="217112" y="698500"/>
                  </a:lnTo>
                  <a:cubicBezTo>
                    <a:pt x="206451" y="698500"/>
                    <a:pt x="196595" y="692831"/>
                    <a:pt x="191234" y="683617"/>
                  </a:cubicBezTo>
                  <a:lnTo>
                    <a:pt x="5352" y="364133"/>
                  </a:lnTo>
                  <a:cubicBezTo>
                    <a:pt x="0" y="354933"/>
                    <a:pt x="0" y="343567"/>
                    <a:pt x="5352" y="334367"/>
                  </a:cubicBezTo>
                  <a:lnTo>
                    <a:pt x="191234" y="14883"/>
                  </a:lnTo>
                  <a:cubicBezTo>
                    <a:pt x="196595" y="5669"/>
                    <a:pt x="206451" y="0"/>
                    <a:pt x="217112" y="0"/>
                  </a:cubicBezTo>
                  <a:lnTo>
                    <a:pt x="488593" y="0"/>
                  </a:lnTo>
                  <a:cubicBezTo>
                    <a:pt x="499254" y="0"/>
                    <a:pt x="509110" y="5669"/>
                    <a:pt x="514471" y="14883"/>
                  </a:cubicBezTo>
                  <a:lnTo>
                    <a:pt x="700353" y="334367"/>
                  </a:lnTo>
                  <a:cubicBezTo>
                    <a:pt x="705705" y="343567"/>
                    <a:pt x="705705" y="354933"/>
                    <a:pt x="700353" y="364133"/>
                  </a:cubicBezTo>
                  <a:close/>
                </a:path>
              </a:pathLst>
            </a:custGeom>
            <a:solidFill>
              <a:srgbClr val="05697B"/>
            </a:solidFill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C7B7C2BC-D51E-BEFA-368E-4B7710833947}"/>
                </a:ext>
              </a:extLst>
            </p:cNvPr>
            <p:cNvSpPr txBox="1"/>
            <p:nvPr/>
          </p:nvSpPr>
          <p:spPr>
            <a:xfrm>
              <a:off x="114300" y="-38100"/>
              <a:ext cx="483719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22B198C4-D3AA-4859-44A8-2160B75BDA1F}"/>
              </a:ext>
            </a:extLst>
          </p:cNvPr>
          <p:cNvGrpSpPr/>
          <p:nvPr/>
        </p:nvGrpSpPr>
        <p:grpSpPr>
          <a:xfrm>
            <a:off x="16200411" y="-3096191"/>
            <a:ext cx="4918926" cy="3684713"/>
            <a:chOff x="0" y="0"/>
            <a:chExt cx="668203" cy="6985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B249EA55-FCE7-D1CB-9EC3-7B549CEDD319}"/>
                </a:ext>
              </a:extLst>
            </p:cNvPr>
            <p:cNvSpPr/>
            <p:nvPr/>
          </p:nvSpPr>
          <p:spPr>
            <a:xfrm>
              <a:off x="6260" y="0"/>
              <a:ext cx="655684" cy="698500"/>
            </a:xfrm>
            <a:custGeom>
              <a:avLst/>
              <a:gdLst/>
              <a:ahLst/>
              <a:cxnLst/>
              <a:rect l="l" t="t" r="r" b="b"/>
              <a:pathLst>
                <a:path w="655684" h="698500">
                  <a:moveTo>
                    <a:pt x="645549" y="377427"/>
                  </a:moveTo>
                  <a:lnTo>
                    <a:pt x="475137" y="670323"/>
                  </a:lnTo>
                  <a:cubicBezTo>
                    <a:pt x="464987" y="687768"/>
                    <a:pt x="446327" y="698500"/>
                    <a:pt x="426144" y="698500"/>
                  </a:cubicBezTo>
                  <a:lnTo>
                    <a:pt x="229539" y="698500"/>
                  </a:lnTo>
                  <a:cubicBezTo>
                    <a:pt x="209356" y="698500"/>
                    <a:pt x="190696" y="687768"/>
                    <a:pt x="180546" y="670323"/>
                  </a:cubicBezTo>
                  <a:lnTo>
                    <a:pt x="10134" y="377427"/>
                  </a:lnTo>
                  <a:cubicBezTo>
                    <a:pt x="0" y="360009"/>
                    <a:pt x="0" y="338491"/>
                    <a:pt x="10134" y="321073"/>
                  </a:cubicBezTo>
                  <a:lnTo>
                    <a:pt x="180546" y="28177"/>
                  </a:lnTo>
                  <a:cubicBezTo>
                    <a:pt x="190696" y="10732"/>
                    <a:pt x="209356" y="0"/>
                    <a:pt x="229539" y="0"/>
                  </a:cubicBezTo>
                  <a:lnTo>
                    <a:pt x="426144" y="0"/>
                  </a:lnTo>
                  <a:cubicBezTo>
                    <a:pt x="446327" y="0"/>
                    <a:pt x="464987" y="10732"/>
                    <a:pt x="475137" y="28177"/>
                  </a:cubicBezTo>
                  <a:lnTo>
                    <a:pt x="645549" y="321073"/>
                  </a:lnTo>
                  <a:cubicBezTo>
                    <a:pt x="655683" y="338491"/>
                    <a:pt x="655683" y="360009"/>
                    <a:pt x="645549" y="377427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557CC48A-08D8-ADED-A59C-9E17C8CC673A}"/>
                </a:ext>
              </a:extLst>
            </p:cNvPr>
            <p:cNvSpPr txBox="1"/>
            <p:nvPr/>
          </p:nvSpPr>
          <p:spPr>
            <a:xfrm>
              <a:off x="114300" y="-38100"/>
              <a:ext cx="43960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B9F38782-6357-F008-7E9B-5BDD50990BEE}"/>
              </a:ext>
            </a:extLst>
          </p:cNvPr>
          <p:cNvGrpSpPr/>
          <p:nvPr/>
        </p:nvGrpSpPr>
        <p:grpSpPr>
          <a:xfrm>
            <a:off x="16137534" y="-2371094"/>
            <a:ext cx="5091140" cy="3171194"/>
            <a:chOff x="0" y="0"/>
            <a:chExt cx="793214" cy="698500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432E888-BFBB-8313-5E08-8448CA5EEC46}"/>
                </a:ext>
              </a:extLst>
            </p:cNvPr>
            <p:cNvSpPr/>
            <p:nvPr/>
          </p:nvSpPr>
          <p:spPr>
            <a:xfrm>
              <a:off x="5655" y="0"/>
              <a:ext cx="781904" cy="698500"/>
            </a:xfrm>
            <a:custGeom>
              <a:avLst/>
              <a:gdLst/>
              <a:ahLst/>
              <a:cxnLst/>
              <a:rect l="l" t="t" r="r" b="b"/>
              <a:pathLst>
                <a:path w="781904" h="698500">
                  <a:moveTo>
                    <a:pt x="772749" y="374704"/>
                  </a:moveTo>
                  <a:lnTo>
                    <a:pt x="599169" y="673046"/>
                  </a:lnTo>
                  <a:cubicBezTo>
                    <a:pt x="589999" y="688805"/>
                    <a:pt x="573142" y="698500"/>
                    <a:pt x="554910" y="698500"/>
                  </a:cubicBezTo>
                  <a:lnTo>
                    <a:pt x="226994" y="698500"/>
                  </a:lnTo>
                  <a:cubicBezTo>
                    <a:pt x="208762" y="698500"/>
                    <a:pt x="191904" y="688805"/>
                    <a:pt x="182735" y="673046"/>
                  </a:cubicBezTo>
                  <a:lnTo>
                    <a:pt x="9155" y="374704"/>
                  </a:lnTo>
                  <a:cubicBezTo>
                    <a:pt x="0" y="358969"/>
                    <a:pt x="0" y="339531"/>
                    <a:pt x="9155" y="323796"/>
                  </a:cubicBezTo>
                  <a:lnTo>
                    <a:pt x="182735" y="25454"/>
                  </a:lnTo>
                  <a:cubicBezTo>
                    <a:pt x="191904" y="9695"/>
                    <a:pt x="208762" y="0"/>
                    <a:pt x="226994" y="0"/>
                  </a:cubicBezTo>
                  <a:lnTo>
                    <a:pt x="554910" y="0"/>
                  </a:lnTo>
                  <a:cubicBezTo>
                    <a:pt x="573142" y="0"/>
                    <a:pt x="589999" y="9695"/>
                    <a:pt x="599169" y="25454"/>
                  </a:cubicBezTo>
                  <a:lnTo>
                    <a:pt x="772749" y="323796"/>
                  </a:lnTo>
                  <a:cubicBezTo>
                    <a:pt x="781904" y="339531"/>
                    <a:pt x="781904" y="358969"/>
                    <a:pt x="772749" y="374704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2FFA301D-F0F9-AD94-0457-CB36B47A5CE4}"/>
                </a:ext>
              </a:extLst>
            </p:cNvPr>
            <p:cNvSpPr txBox="1"/>
            <p:nvPr/>
          </p:nvSpPr>
          <p:spPr>
            <a:xfrm>
              <a:off x="114300" y="-38100"/>
              <a:ext cx="56461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26B43BB2-650C-8430-B306-A670EDD097BA}"/>
              </a:ext>
            </a:extLst>
          </p:cNvPr>
          <p:cNvGrpSpPr/>
          <p:nvPr/>
        </p:nvGrpSpPr>
        <p:grpSpPr>
          <a:xfrm>
            <a:off x="15545772" y="9714689"/>
            <a:ext cx="5195427" cy="3616322"/>
            <a:chOff x="0" y="0"/>
            <a:chExt cx="1003507" cy="698500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85E09824-5417-CDFF-F20B-0D1B9CCDCDFE}"/>
                </a:ext>
              </a:extLst>
            </p:cNvPr>
            <p:cNvSpPr/>
            <p:nvPr/>
          </p:nvSpPr>
          <p:spPr>
            <a:xfrm>
              <a:off x="7154" y="0"/>
              <a:ext cx="989200" cy="698500"/>
            </a:xfrm>
            <a:custGeom>
              <a:avLst/>
              <a:gdLst/>
              <a:ahLst/>
              <a:cxnLst/>
              <a:rect l="l" t="t" r="r" b="b"/>
              <a:pathLst>
                <a:path w="989200" h="698500">
                  <a:moveTo>
                    <a:pt x="977619" y="381450"/>
                  </a:moveTo>
                  <a:lnTo>
                    <a:pt x="811888" y="666300"/>
                  </a:lnTo>
                  <a:cubicBezTo>
                    <a:pt x="800289" y="686236"/>
                    <a:pt x="778964" y="698500"/>
                    <a:pt x="755900" y="698500"/>
                  </a:cubicBezTo>
                  <a:lnTo>
                    <a:pt x="233300" y="698500"/>
                  </a:lnTo>
                  <a:cubicBezTo>
                    <a:pt x="210235" y="698500"/>
                    <a:pt x="188910" y="686236"/>
                    <a:pt x="177311" y="666300"/>
                  </a:cubicBezTo>
                  <a:lnTo>
                    <a:pt x="11581" y="381450"/>
                  </a:lnTo>
                  <a:cubicBezTo>
                    <a:pt x="0" y="361545"/>
                    <a:pt x="0" y="336955"/>
                    <a:pt x="11581" y="317050"/>
                  </a:cubicBezTo>
                  <a:lnTo>
                    <a:pt x="177311" y="32200"/>
                  </a:lnTo>
                  <a:cubicBezTo>
                    <a:pt x="188910" y="12264"/>
                    <a:pt x="210235" y="0"/>
                    <a:pt x="233300" y="0"/>
                  </a:cubicBezTo>
                  <a:lnTo>
                    <a:pt x="755900" y="0"/>
                  </a:lnTo>
                  <a:cubicBezTo>
                    <a:pt x="778964" y="0"/>
                    <a:pt x="800289" y="12264"/>
                    <a:pt x="811888" y="32200"/>
                  </a:cubicBezTo>
                  <a:lnTo>
                    <a:pt x="977619" y="317050"/>
                  </a:lnTo>
                  <a:cubicBezTo>
                    <a:pt x="989200" y="336955"/>
                    <a:pt x="989200" y="361545"/>
                    <a:pt x="977619" y="381450"/>
                  </a:cubicBezTo>
                  <a:close/>
                </a:path>
              </a:pathLst>
            </a:custGeom>
            <a:solidFill>
              <a:srgbClr val="EDF0EF"/>
            </a:solidFill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F004F53B-2321-9D65-FB58-AF50A768456F}"/>
                </a:ext>
              </a:extLst>
            </p:cNvPr>
            <p:cNvSpPr txBox="1"/>
            <p:nvPr/>
          </p:nvSpPr>
          <p:spPr>
            <a:xfrm>
              <a:off x="114300" y="-38100"/>
              <a:ext cx="774907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Freeform 35">
            <a:extLst>
              <a:ext uri="{FF2B5EF4-FFF2-40B4-BE49-F238E27FC236}">
                <a16:creationId xmlns:a16="http://schemas.microsoft.com/office/drawing/2014/main" id="{68364357-0673-A28C-0F33-4E02D2E065F0}"/>
              </a:ext>
            </a:extLst>
          </p:cNvPr>
          <p:cNvSpPr/>
          <p:nvPr/>
        </p:nvSpPr>
        <p:spPr>
          <a:xfrm>
            <a:off x="17031166" y="5203313"/>
            <a:ext cx="741417" cy="185354"/>
          </a:xfrm>
          <a:custGeom>
            <a:avLst/>
            <a:gdLst/>
            <a:ahLst/>
            <a:cxnLst/>
            <a:rect l="l" t="t" r="r" b="b"/>
            <a:pathLst>
              <a:path w="741417" h="185354">
                <a:moveTo>
                  <a:pt x="0" y="0"/>
                </a:moveTo>
                <a:lnTo>
                  <a:pt x="741417" y="0"/>
                </a:lnTo>
                <a:lnTo>
                  <a:pt x="741417" y="185355"/>
                </a:lnTo>
                <a:lnTo>
                  <a:pt x="0" y="185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48F79F8C-D1A2-EAAE-BEA0-B1E83F29C755}"/>
              </a:ext>
            </a:extLst>
          </p:cNvPr>
          <p:cNvGrpSpPr/>
          <p:nvPr/>
        </p:nvGrpSpPr>
        <p:grpSpPr>
          <a:xfrm>
            <a:off x="16879382" y="9430708"/>
            <a:ext cx="3207045" cy="2165678"/>
            <a:chOff x="0" y="0"/>
            <a:chExt cx="1034374" cy="6985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A6C53949-C755-D4C1-131A-4231DC1A0F48}"/>
                </a:ext>
              </a:extLst>
            </p:cNvPr>
            <p:cNvSpPr/>
            <p:nvPr/>
          </p:nvSpPr>
          <p:spPr>
            <a:xfrm>
              <a:off x="11589" y="0"/>
              <a:ext cx="1011196" cy="698500"/>
            </a:xfrm>
            <a:custGeom>
              <a:avLst/>
              <a:gdLst/>
              <a:ahLst/>
              <a:cxnLst/>
              <a:rect l="l" t="t" r="r" b="b"/>
              <a:pathLst>
                <a:path w="1011196" h="698500">
                  <a:moveTo>
                    <a:pt x="992435" y="401414"/>
                  </a:moveTo>
                  <a:lnTo>
                    <a:pt x="849935" y="646336"/>
                  </a:lnTo>
                  <a:cubicBezTo>
                    <a:pt x="831145" y="678632"/>
                    <a:pt x="796599" y="698500"/>
                    <a:pt x="759234" y="698500"/>
                  </a:cubicBezTo>
                  <a:lnTo>
                    <a:pt x="251962" y="698500"/>
                  </a:lnTo>
                  <a:cubicBezTo>
                    <a:pt x="214597" y="698500"/>
                    <a:pt x="180051" y="678632"/>
                    <a:pt x="161261" y="646336"/>
                  </a:cubicBezTo>
                  <a:lnTo>
                    <a:pt x="18761" y="401414"/>
                  </a:lnTo>
                  <a:cubicBezTo>
                    <a:pt x="0" y="369168"/>
                    <a:pt x="0" y="329332"/>
                    <a:pt x="18761" y="297086"/>
                  </a:cubicBezTo>
                  <a:lnTo>
                    <a:pt x="161261" y="52164"/>
                  </a:lnTo>
                  <a:cubicBezTo>
                    <a:pt x="180051" y="19868"/>
                    <a:pt x="214597" y="0"/>
                    <a:pt x="251962" y="0"/>
                  </a:cubicBezTo>
                  <a:lnTo>
                    <a:pt x="759234" y="0"/>
                  </a:lnTo>
                  <a:cubicBezTo>
                    <a:pt x="796599" y="0"/>
                    <a:pt x="831145" y="19868"/>
                    <a:pt x="849935" y="52164"/>
                  </a:cubicBezTo>
                  <a:lnTo>
                    <a:pt x="992435" y="297086"/>
                  </a:lnTo>
                  <a:cubicBezTo>
                    <a:pt x="1011196" y="329332"/>
                    <a:pt x="1011196" y="369168"/>
                    <a:pt x="992435" y="401414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77B98D3C-8CD3-A141-1B8D-E68A57FE8F1C}"/>
                </a:ext>
              </a:extLst>
            </p:cNvPr>
            <p:cNvSpPr txBox="1"/>
            <p:nvPr/>
          </p:nvSpPr>
          <p:spPr>
            <a:xfrm>
              <a:off x="114300" y="-38100"/>
              <a:ext cx="80577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7" name="Group 47">
            <a:extLst>
              <a:ext uri="{FF2B5EF4-FFF2-40B4-BE49-F238E27FC236}">
                <a16:creationId xmlns:a16="http://schemas.microsoft.com/office/drawing/2014/main" id="{32DB0DF9-9932-4978-BB50-B6D6F180D35D}"/>
              </a:ext>
            </a:extLst>
          </p:cNvPr>
          <p:cNvGrpSpPr/>
          <p:nvPr/>
        </p:nvGrpSpPr>
        <p:grpSpPr>
          <a:xfrm>
            <a:off x="-3881030" y="1996214"/>
            <a:ext cx="4477612" cy="2482363"/>
            <a:chOff x="0" y="0"/>
            <a:chExt cx="1259934" cy="698500"/>
          </a:xfrm>
        </p:grpSpPr>
        <p:sp>
          <p:nvSpPr>
            <p:cNvPr id="48" name="Freeform 48">
              <a:extLst>
                <a:ext uri="{FF2B5EF4-FFF2-40B4-BE49-F238E27FC236}">
                  <a16:creationId xmlns:a16="http://schemas.microsoft.com/office/drawing/2014/main" id="{C5F8A1F6-A240-09EA-FDA1-BF9A1DE1FBDA}"/>
                </a:ext>
              </a:extLst>
            </p:cNvPr>
            <p:cNvSpPr/>
            <p:nvPr/>
          </p:nvSpPr>
          <p:spPr>
            <a:xfrm>
              <a:off x="8300" y="0"/>
              <a:ext cx="1243333" cy="698500"/>
            </a:xfrm>
            <a:custGeom>
              <a:avLst/>
              <a:gdLst/>
              <a:ahLst/>
              <a:cxnLst/>
              <a:rect l="l" t="t" r="r" b="b"/>
              <a:pathLst>
                <a:path w="1243333" h="698500">
                  <a:moveTo>
                    <a:pt x="1229896" y="386612"/>
                  </a:moveTo>
                  <a:lnTo>
                    <a:pt x="1070171" y="661138"/>
                  </a:lnTo>
                  <a:cubicBezTo>
                    <a:pt x="1056713" y="684270"/>
                    <a:pt x="1031970" y="698500"/>
                    <a:pt x="1005208" y="698500"/>
                  </a:cubicBezTo>
                  <a:lnTo>
                    <a:pt x="238126" y="698500"/>
                  </a:lnTo>
                  <a:cubicBezTo>
                    <a:pt x="211364" y="698500"/>
                    <a:pt x="186620" y="684270"/>
                    <a:pt x="173162" y="661138"/>
                  </a:cubicBezTo>
                  <a:lnTo>
                    <a:pt x="13438" y="386612"/>
                  </a:lnTo>
                  <a:cubicBezTo>
                    <a:pt x="0" y="363516"/>
                    <a:pt x="0" y="334984"/>
                    <a:pt x="13438" y="311888"/>
                  </a:cubicBezTo>
                  <a:lnTo>
                    <a:pt x="173162" y="37362"/>
                  </a:lnTo>
                  <a:cubicBezTo>
                    <a:pt x="186620" y="14230"/>
                    <a:pt x="211364" y="0"/>
                    <a:pt x="238126" y="0"/>
                  </a:cubicBezTo>
                  <a:lnTo>
                    <a:pt x="1005208" y="0"/>
                  </a:lnTo>
                  <a:cubicBezTo>
                    <a:pt x="1031970" y="0"/>
                    <a:pt x="1056713" y="14230"/>
                    <a:pt x="1070171" y="37362"/>
                  </a:cubicBezTo>
                  <a:lnTo>
                    <a:pt x="1229896" y="311888"/>
                  </a:lnTo>
                  <a:cubicBezTo>
                    <a:pt x="1243333" y="334984"/>
                    <a:pt x="1243333" y="363516"/>
                    <a:pt x="1229896" y="386612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9" name="TextBox 49">
              <a:extLst>
                <a:ext uri="{FF2B5EF4-FFF2-40B4-BE49-F238E27FC236}">
                  <a16:creationId xmlns:a16="http://schemas.microsoft.com/office/drawing/2014/main" id="{19D2B836-9406-16B1-46DA-7B48B3487B99}"/>
                </a:ext>
              </a:extLst>
            </p:cNvPr>
            <p:cNvSpPr txBox="1"/>
            <p:nvPr/>
          </p:nvSpPr>
          <p:spPr>
            <a:xfrm>
              <a:off x="114300" y="-38100"/>
              <a:ext cx="103133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3" name="TextBox 53">
            <a:extLst>
              <a:ext uri="{FF2B5EF4-FFF2-40B4-BE49-F238E27FC236}">
                <a16:creationId xmlns:a16="http://schemas.microsoft.com/office/drawing/2014/main" id="{A65255D8-9840-942B-14DF-7C3AEAA4989C}"/>
              </a:ext>
            </a:extLst>
          </p:cNvPr>
          <p:cNvSpPr txBox="1"/>
          <p:nvPr/>
        </p:nvSpPr>
        <p:spPr>
          <a:xfrm>
            <a:off x="1230408" y="7211579"/>
            <a:ext cx="2353523" cy="32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6"/>
              </a:lnSpc>
            </a:pPr>
            <a:r>
              <a:rPr lang="en-US" sz="2400" b="1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MISSION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6C6F3D9-F6DB-CFB8-D068-5FAD143E158E}"/>
              </a:ext>
            </a:extLst>
          </p:cNvPr>
          <p:cNvSpPr txBox="1"/>
          <p:nvPr/>
        </p:nvSpPr>
        <p:spPr>
          <a:xfrm>
            <a:off x="202783" y="156001"/>
            <a:ext cx="48120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5F4457-7D43-F911-90CA-B50A50B7C7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762" y="790698"/>
            <a:ext cx="14406553" cy="91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889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405CF-CC03-630C-570C-4CFABE0AD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>
            <a:extLst>
              <a:ext uri="{FF2B5EF4-FFF2-40B4-BE49-F238E27FC236}">
                <a16:creationId xmlns:a16="http://schemas.microsoft.com/office/drawing/2014/main" id="{69D3E90D-2D32-33E0-0E20-2D356B6C29B9}"/>
              </a:ext>
            </a:extLst>
          </p:cNvPr>
          <p:cNvGrpSpPr/>
          <p:nvPr/>
        </p:nvGrpSpPr>
        <p:grpSpPr>
          <a:xfrm>
            <a:off x="7239638" y="-2377142"/>
            <a:ext cx="9145730" cy="2948642"/>
            <a:chOff x="0" y="0"/>
            <a:chExt cx="1971842" cy="6985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BD90C0D-7245-C89A-DD87-DDC1F6332152}"/>
                </a:ext>
              </a:extLst>
            </p:cNvPr>
            <p:cNvSpPr/>
            <p:nvPr/>
          </p:nvSpPr>
          <p:spPr>
            <a:xfrm>
              <a:off x="3641" y="0"/>
              <a:ext cx="1964561" cy="698500"/>
            </a:xfrm>
            <a:custGeom>
              <a:avLst/>
              <a:gdLst/>
              <a:ahLst/>
              <a:cxnLst/>
              <a:rect l="l" t="t" r="r" b="b"/>
              <a:pathLst>
                <a:path w="1964561" h="698500">
                  <a:moveTo>
                    <a:pt x="1958667" y="365637"/>
                  </a:moveTo>
                  <a:lnTo>
                    <a:pt x="1774536" y="682113"/>
                  </a:lnTo>
                  <a:cubicBezTo>
                    <a:pt x="1768633" y="692258"/>
                    <a:pt x="1757780" y="698500"/>
                    <a:pt x="1746042" y="698500"/>
                  </a:cubicBezTo>
                  <a:lnTo>
                    <a:pt x="218518" y="698500"/>
                  </a:lnTo>
                  <a:cubicBezTo>
                    <a:pt x="206780" y="698500"/>
                    <a:pt x="195928" y="692258"/>
                    <a:pt x="190025" y="682113"/>
                  </a:cubicBezTo>
                  <a:lnTo>
                    <a:pt x="5893" y="365637"/>
                  </a:lnTo>
                  <a:cubicBezTo>
                    <a:pt x="0" y="355507"/>
                    <a:pt x="0" y="342993"/>
                    <a:pt x="5893" y="332863"/>
                  </a:cubicBezTo>
                  <a:lnTo>
                    <a:pt x="190025" y="16387"/>
                  </a:lnTo>
                  <a:cubicBezTo>
                    <a:pt x="195928" y="6242"/>
                    <a:pt x="206780" y="0"/>
                    <a:pt x="218518" y="0"/>
                  </a:cubicBezTo>
                  <a:lnTo>
                    <a:pt x="1746042" y="0"/>
                  </a:lnTo>
                  <a:cubicBezTo>
                    <a:pt x="1757780" y="0"/>
                    <a:pt x="1768633" y="6242"/>
                    <a:pt x="1774536" y="16387"/>
                  </a:cubicBezTo>
                  <a:lnTo>
                    <a:pt x="1958667" y="332863"/>
                  </a:lnTo>
                  <a:cubicBezTo>
                    <a:pt x="1964561" y="342993"/>
                    <a:pt x="1964561" y="355507"/>
                    <a:pt x="1958667" y="365637"/>
                  </a:cubicBezTo>
                  <a:close/>
                </a:path>
              </a:pathLst>
            </a:custGeom>
            <a:solidFill>
              <a:srgbClr val="EDF0EF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EA54961-CCA4-8B8D-E3EA-B77E0F9E5AAC}"/>
                </a:ext>
              </a:extLst>
            </p:cNvPr>
            <p:cNvSpPr txBox="1"/>
            <p:nvPr/>
          </p:nvSpPr>
          <p:spPr>
            <a:xfrm>
              <a:off x="114300" y="-38100"/>
              <a:ext cx="17432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209EA157-E5DC-6677-A610-732716A7C344}"/>
              </a:ext>
            </a:extLst>
          </p:cNvPr>
          <p:cNvGrpSpPr/>
          <p:nvPr/>
        </p:nvGrpSpPr>
        <p:grpSpPr>
          <a:xfrm>
            <a:off x="8064673" y="-1643030"/>
            <a:ext cx="6962716" cy="1833530"/>
            <a:chOff x="0" y="0"/>
            <a:chExt cx="2316153" cy="6985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6856EFA-DF81-A5CF-A67C-C1189EE009CB}"/>
                </a:ext>
              </a:extLst>
            </p:cNvPr>
            <p:cNvSpPr/>
            <p:nvPr/>
          </p:nvSpPr>
          <p:spPr>
            <a:xfrm>
              <a:off x="5338" y="0"/>
              <a:ext cx="2305477" cy="698500"/>
            </a:xfrm>
            <a:custGeom>
              <a:avLst/>
              <a:gdLst/>
              <a:ahLst/>
              <a:cxnLst/>
              <a:rect l="l" t="t" r="r" b="b"/>
              <a:pathLst>
                <a:path w="2305477" h="698500">
                  <a:moveTo>
                    <a:pt x="2296836" y="373277"/>
                  </a:moveTo>
                  <a:lnTo>
                    <a:pt x="2121595" y="674473"/>
                  </a:lnTo>
                  <a:cubicBezTo>
                    <a:pt x="2112940" y="689349"/>
                    <a:pt x="2097028" y="698500"/>
                    <a:pt x="2079817" y="698500"/>
                  </a:cubicBezTo>
                  <a:lnTo>
                    <a:pt x="225660" y="698500"/>
                  </a:lnTo>
                  <a:cubicBezTo>
                    <a:pt x="208450" y="698500"/>
                    <a:pt x="192538" y="689349"/>
                    <a:pt x="183883" y="674473"/>
                  </a:cubicBezTo>
                  <a:lnTo>
                    <a:pt x="8641" y="373277"/>
                  </a:lnTo>
                  <a:cubicBezTo>
                    <a:pt x="0" y="358424"/>
                    <a:pt x="0" y="340076"/>
                    <a:pt x="8641" y="325223"/>
                  </a:cubicBezTo>
                  <a:lnTo>
                    <a:pt x="183883" y="24027"/>
                  </a:lnTo>
                  <a:cubicBezTo>
                    <a:pt x="192538" y="9151"/>
                    <a:pt x="208450" y="0"/>
                    <a:pt x="225660" y="0"/>
                  </a:cubicBezTo>
                  <a:lnTo>
                    <a:pt x="2079817" y="0"/>
                  </a:lnTo>
                  <a:cubicBezTo>
                    <a:pt x="2097028" y="0"/>
                    <a:pt x="2112940" y="9151"/>
                    <a:pt x="2121595" y="24027"/>
                  </a:cubicBezTo>
                  <a:lnTo>
                    <a:pt x="2296836" y="325223"/>
                  </a:lnTo>
                  <a:cubicBezTo>
                    <a:pt x="2305477" y="340076"/>
                    <a:pt x="2305477" y="358424"/>
                    <a:pt x="2296836" y="373277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B624259F-4EE1-F234-5703-9BAFA47A29F4}"/>
                </a:ext>
              </a:extLst>
            </p:cNvPr>
            <p:cNvSpPr txBox="1"/>
            <p:nvPr/>
          </p:nvSpPr>
          <p:spPr>
            <a:xfrm>
              <a:off x="114300" y="-38100"/>
              <a:ext cx="208755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A8E9B876-BAB5-AF73-D9A5-749E3A4E2510}"/>
              </a:ext>
            </a:extLst>
          </p:cNvPr>
          <p:cNvGrpSpPr/>
          <p:nvPr/>
        </p:nvGrpSpPr>
        <p:grpSpPr>
          <a:xfrm>
            <a:off x="14325600" y="-6373107"/>
            <a:ext cx="8621832" cy="7401807"/>
            <a:chOff x="0" y="0"/>
            <a:chExt cx="712319" cy="6985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8AB2DB0D-8AE0-BC7E-6682-22D983567A74}"/>
                </a:ext>
              </a:extLst>
            </p:cNvPr>
            <p:cNvSpPr/>
            <p:nvPr/>
          </p:nvSpPr>
          <p:spPr>
            <a:xfrm>
              <a:off x="3307" y="0"/>
              <a:ext cx="705706" cy="698500"/>
            </a:xfrm>
            <a:custGeom>
              <a:avLst/>
              <a:gdLst/>
              <a:ahLst/>
              <a:cxnLst/>
              <a:rect l="l" t="t" r="r" b="b"/>
              <a:pathLst>
                <a:path w="705706" h="698500">
                  <a:moveTo>
                    <a:pt x="700353" y="364133"/>
                  </a:moveTo>
                  <a:lnTo>
                    <a:pt x="514471" y="683617"/>
                  </a:lnTo>
                  <a:cubicBezTo>
                    <a:pt x="509110" y="692831"/>
                    <a:pt x="499254" y="698500"/>
                    <a:pt x="488593" y="698500"/>
                  </a:cubicBezTo>
                  <a:lnTo>
                    <a:pt x="217112" y="698500"/>
                  </a:lnTo>
                  <a:cubicBezTo>
                    <a:pt x="206451" y="698500"/>
                    <a:pt x="196595" y="692831"/>
                    <a:pt x="191234" y="683617"/>
                  </a:cubicBezTo>
                  <a:lnTo>
                    <a:pt x="5352" y="364133"/>
                  </a:lnTo>
                  <a:cubicBezTo>
                    <a:pt x="0" y="354933"/>
                    <a:pt x="0" y="343567"/>
                    <a:pt x="5352" y="334367"/>
                  </a:cubicBezTo>
                  <a:lnTo>
                    <a:pt x="191234" y="14883"/>
                  </a:lnTo>
                  <a:cubicBezTo>
                    <a:pt x="196595" y="5669"/>
                    <a:pt x="206451" y="0"/>
                    <a:pt x="217112" y="0"/>
                  </a:cubicBezTo>
                  <a:lnTo>
                    <a:pt x="488593" y="0"/>
                  </a:lnTo>
                  <a:cubicBezTo>
                    <a:pt x="499254" y="0"/>
                    <a:pt x="509110" y="5669"/>
                    <a:pt x="514471" y="14883"/>
                  </a:cubicBezTo>
                  <a:lnTo>
                    <a:pt x="700353" y="334367"/>
                  </a:lnTo>
                  <a:cubicBezTo>
                    <a:pt x="705705" y="343567"/>
                    <a:pt x="705705" y="354933"/>
                    <a:pt x="700353" y="364133"/>
                  </a:cubicBezTo>
                  <a:close/>
                </a:path>
              </a:pathLst>
            </a:custGeom>
            <a:solidFill>
              <a:srgbClr val="05697B"/>
            </a:solidFill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FCD99A99-9E51-F517-BB2C-FB6E15116886}"/>
                </a:ext>
              </a:extLst>
            </p:cNvPr>
            <p:cNvSpPr txBox="1"/>
            <p:nvPr/>
          </p:nvSpPr>
          <p:spPr>
            <a:xfrm>
              <a:off x="114300" y="-38100"/>
              <a:ext cx="483719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5A02B5E4-0767-CC4C-6076-B5C85692D1BF}"/>
              </a:ext>
            </a:extLst>
          </p:cNvPr>
          <p:cNvGrpSpPr/>
          <p:nvPr/>
        </p:nvGrpSpPr>
        <p:grpSpPr>
          <a:xfrm>
            <a:off x="16200411" y="-3096191"/>
            <a:ext cx="4918926" cy="3684713"/>
            <a:chOff x="0" y="0"/>
            <a:chExt cx="668203" cy="6985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729DB8F3-ACF5-F6EA-0FAD-ED28B4137358}"/>
                </a:ext>
              </a:extLst>
            </p:cNvPr>
            <p:cNvSpPr/>
            <p:nvPr/>
          </p:nvSpPr>
          <p:spPr>
            <a:xfrm>
              <a:off x="6260" y="0"/>
              <a:ext cx="655684" cy="698500"/>
            </a:xfrm>
            <a:custGeom>
              <a:avLst/>
              <a:gdLst/>
              <a:ahLst/>
              <a:cxnLst/>
              <a:rect l="l" t="t" r="r" b="b"/>
              <a:pathLst>
                <a:path w="655684" h="698500">
                  <a:moveTo>
                    <a:pt x="645549" y="377427"/>
                  </a:moveTo>
                  <a:lnTo>
                    <a:pt x="475137" y="670323"/>
                  </a:lnTo>
                  <a:cubicBezTo>
                    <a:pt x="464987" y="687768"/>
                    <a:pt x="446327" y="698500"/>
                    <a:pt x="426144" y="698500"/>
                  </a:cubicBezTo>
                  <a:lnTo>
                    <a:pt x="229539" y="698500"/>
                  </a:lnTo>
                  <a:cubicBezTo>
                    <a:pt x="209356" y="698500"/>
                    <a:pt x="190696" y="687768"/>
                    <a:pt x="180546" y="670323"/>
                  </a:cubicBezTo>
                  <a:lnTo>
                    <a:pt x="10134" y="377427"/>
                  </a:lnTo>
                  <a:cubicBezTo>
                    <a:pt x="0" y="360009"/>
                    <a:pt x="0" y="338491"/>
                    <a:pt x="10134" y="321073"/>
                  </a:cubicBezTo>
                  <a:lnTo>
                    <a:pt x="180546" y="28177"/>
                  </a:lnTo>
                  <a:cubicBezTo>
                    <a:pt x="190696" y="10732"/>
                    <a:pt x="209356" y="0"/>
                    <a:pt x="229539" y="0"/>
                  </a:cubicBezTo>
                  <a:lnTo>
                    <a:pt x="426144" y="0"/>
                  </a:lnTo>
                  <a:cubicBezTo>
                    <a:pt x="446327" y="0"/>
                    <a:pt x="464987" y="10732"/>
                    <a:pt x="475137" y="28177"/>
                  </a:cubicBezTo>
                  <a:lnTo>
                    <a:pt x="645549" y="321073"/>
                  </a:lnTo>
                  <a:cubicBezTo>
                    <a:pt x="655683" y="338491"/>
                    <a:pt x="655683" y="360009"/>
                    <a:pt x="645549" y="377427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AAC680D5-A120-2CFA-6A55-8883291BDBC0}"/>
                </a:ext>
              </a:extLst>
            </p:cNvPr>
            <p:cNvSpPr txBox="1"/>
            <p:nvPr/>
          </p:nvSpPr>
          <p:spPr>
            <a:xfrm>
              <a:off x="114300" y="-38100"/>
              <a:ext cx="43960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DCE50120-CC60-A400-2BE6-EBD73B48A3D0}"/>
              </a:ext>
            </a:extLst>
          </p:cNvPr>
          <p:cNvGrpSpPr/>
          <p:nvPr/>
        </p:nvGrpSpPr>
        <p:grpSpPr>
          <a:xfrm>
            <a:off x="16137534" y="-2371094"/>
            <a:ext cx="5091140" cy="3171194"/>
            <a:chOff x="0" y="0"/>
            <a:chExt cx="793214" cy="698500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4565BE-2445-2F70-A60B-FBEFC8E4B6F5}"/>
                </a:ext>
              </a:extLst>
            </p:cNvPr>
            <p:cNvSpPr/>
            <p:nvPr/>
          </p:nvSpPr>
          <p:spPr>
            <a:xfrm>
              <a:off x="5655" y="0"/>
              <a:ext cx="781904" cy="698500"/>
            </a:xfrm>
            <a:custGeom>
              <a:avLst/>
              <a:gdLst/>
              <a:ahLst/>
              <a:cxnLst/>
              <a:rect l="l" t="t" r="r" b="b"/>
              <a:pathLst>
                <a:path w="781904" h="698500">
                  <a:moveTo>
                    <a:pt x="772749" y="374704"/>
                  </a:moveTo>
                  <a:lnTo>
                    <a:pt x="599169" y="673046"/>
                  </a:lnTo>
                  <a:cubicBezTo>
                    <a:pt x="589999" y="688805"/>
                    <a:pt x="573142" y="698500"/>
                    <a:pt x="554910" y="698500"/>
                  </a:cubicBezTo>
                  <a:lnTo>
                    <a:pt x="226994" y="698500"/>
                  </a:lnTo>
                  <a:cubicBezTo>
                    <a:pt x="208762" y="698500"/>
                    <a:pt x="191904" y="688805"/>
                    <a:pt x="182735" y="673046"/>
                  </a:cubicBezTo>
                  <a:lnTo>
                    <a:pt x="9155" y="374704"/>
                  </a:lnTo>
                  <a:cubicBezTo>
                    <a:pt x="0" y="358969"/>
                    <a:pt x="0" y="339531"/>
                    <a:pt x="9155" y="323796"/>
                  </a:cubicBezTo>
                  <a:lnTo>
                    <a:pt x="182735" y="25454"/>
                  </a:lnTo>
                  <a:cubicBezTo>
                    <a:pt x="191904" y="9695"/>
                    <a:pt x="208762" y="0"/>
                    <a:pt x="226994" y="0"/>
                  </a:cubicBezTo>
                  <a:lnTo>
                    <a:pt x="554910" y="0"/>
                  </a:lnTo>
                  <a:cubicBezTo>
                    <a:pt x="573142" y="0"/>
                    <a:pt x="589999" y="9695"/>
                    <a:pt x="599169" y="25454"/>
                  </a:cubicBezTo>
                  <a:lnTo>
                    <a:pt x="772749" y="323796"/>
                  </a:lnTo>
                  <a:cubicBezTo>
                    <a:pt x="781904" y="339531"/>
                    <a:pt x="781904" y="358969"/>
                    <a:pt x="772749" y="374704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6963C83F-97FA-21D5-8A34-3F63A43BD733}"/>
                </a:ext>
              </a:extLst>
            </p:cNvPr>
            <p:cNvSpPr txBox="1"/>
            <p:nvPr/>
          </p:nvSpPr>
          <p:spPr>
            <a:xfrm>
              <a:off x="114300" y="-38100"/>
              <a:ext cx="56461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6210D3D7-5830-5106-797E-533943893603}"/>
              </a:ext>
            </a:extLst>
          </p:cNvPr>
          <p:cNvGrpSpPr/>
          <p:nvPr/>
        </p:nvGrpSpPr>
        <p:grpSpPr>
          <a:xfrm>
            <a:off x="15545772" y="9714689"/>
            <a:ext cx="5195427" cy="3616322"/>
            <a:chOff x="0" y="0"/>
            <a:chExt cx="1003507" cy="698500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071F1A61-1EFC-ABD4-9550-B170CD980EFE}"/>
                </a:ext>
              </a:extLst>
            </p:cNvPr>
            <p:cNvSpPr/>
            <p:nvPr/>
          </p:nvSpPr>
          <p:spPr>
            <a:xfrm>
              <a:off x="7154" y="0"/>
              <a:ext cx="989200" cy="698500"/>
            </a:xfrm>
            <a:custGeom>
              <a:avLst/>
              <a:gdLst/>
              <a:ahLst/>
              <a:cxnLst/>
              <a:rect l="l" t="t" r="r" b="b"/>
              <a:pathLst>
                <a:path w="989200" h="698500">
                  <a:moveTo>
                    <a:pt x="977619" y="381450"/>
                  </a:moveTo>
                  <a:lnTo>
                    <a:pt x="811888" y="666300"/>
                  </a:lnTo>
                  <a:cubicBezTo>
                    <a:pt x="800289" y="686236"/>
                    <a:pt x="778964" y="698500"/>
                    <a:pt x="755900" y="698500"/>
                  </a:cubicBezTo>
                  <a:lnTo>
                    <a:pt x="233300" y="698500"/>
                  </a:lnTo>
                  <a:cubicBezTo>
                    <a:pt x="210235" y="698500"/>
                    <a:pt x="188910" y="686236"/>
                    <a:pt x="177311" y="666300"/>
                  </a:cubicBezTo>
                  <a:lnTo>
                    <a:pt x="11581" y="381450"/>
                  </a:lnTo>
                  <a:cubicBezTo>
                    <a:pt x="0" y="361545"/>
                    <a:pt x="0" y="336955"/>
                    <a:pt x="11581" y="317050"/>
                  </a:cubicBezTo>
                  <a:lnTo>
                    <a:pt x="177311" y="32200"/>
                  </a:lnTo>
                  <a:cubicBezTo>
                    <a:pt x="188910" y="12264"/>
                    <a:pt x="210235" y="0"/>
                    <a:pt x="233300" y="0"/>
                  </a:cubicBezTo>
                  <a:lnTo>
                    <a:pt x="755900" y="0"/>
                  </a:lnTo>
                  <a:cubicBezTo>
                    <a:pt x="778964" y="0"/>
                    <a:pt x="800289" y="12264"/>
                    <a:pt x="811888" y="32200"/>
                  </a:cubicBezTo>
                  <a:lnTo>
                    <a:pt x="977619" y="317050"/>
                  </a:lnTo>
                  <a:cubicBezTo>
                    <a:pt x="989200" y="336955"/>
                    <a:pt x="989200" y="361545"/>
                    <a:pt x="977619" y="381450"/>
                  </a:cubicBezTo>
                  <a:close/>
                </a:path>
              </a:pathLst>
            </a:custGeom>
            <a:solidFill>
              <a:srgbClr val="EDF0EF"/>
            </a:solidFill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2E8A422-AEBB-4F50-B478-01CF2D48A83D}"/>
                </a:ext>
              </a:extLst>
            </p:cNvPr>
            <p:cNvSpPr txBox="1"/>
            <p:nvPr/>
          </p:nvSpPr>
          <p:spPr>
            <a:xfrm>
              <a:off x="114300" y="-38100"/>
              <a:ext cx="774907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Freeform 35">
            <a:extLst>
              <a:ext uri="{FF2B5EF4-FFF2-40B4-BE49-F238E27FC236}">
                <a16:creationId xmlns:a16="http://schemas.microsoft.com/office/drawing/2014/main" id="{4EF1744B-33FC-AD4A-4F1F-8E5F83B21C33}"/>
              </a:ext>
            </a:extLst>
          </p:cNvPr>
          <p:cNvSpPr/>
          <p:nvPr/>
        </p:nvSpPr>
        <p:spPr>
          <a:xfrm>
            <a:off x="17031166" y="5203313"/>
            <a:ext cx="741417" cy="185354"/>
          </a:xfrm>
          <a:custGeom>
            <a:avLst/>
            <a:gdLst/>
            <a:ahLst/>
            <a:cxnLst/>
            <a:rect l="l" t="t" r="r" b="b"/>
            <a:pathLst>
              <a:path w="741417" h="185354">
                <a:moveTo>
                  <a:pt x="0" y="0"/>
                </a:moveTo>
                <a:lnTo>
                  <a:pt x="741417" y="0"/>
                </a:lnTo>
                <a:lnTo>
                  <a:pt x="741417" y="185355"/>
                </a:lnTo>
                <a:lnTo>
                  <a:pt x="0" y="185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2D65BC31-CD97-BB69-6768-6FA197415B8B}"/>
              </a:ext>
            </a:extLst>
          </p:cNvPr>
          <p:cNvGrpSpPr/>
          <p:nvPr/>
        </p:nvGrpSpPr>
        <p:grpSpPr>
          <a:xfrm>
            <a:off x="16879382" y="9430708"/>
            <a:ext cx="3207045" cy="2165678"/>
            <a:chOff x="0" y="0"/>
            <a:chExt cx="1034374" cy="6985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CC9B627A-556D-EC31-39CF-FEE2630A2390}"/>
                </a:ext>
              </a:extLst>
            </p:cNvPr>
            <p:cNvSpPr/>
            <p:nvPr/>
          </p:nvSpPr>
          <p:spPr>
            <a:xfrm>
              <a:off x="11589" y="0"/>
              <a:ext cx="1011196" cy="698500"/>
            </a:xfrm>
            <a:custGeom>
              <a:avLst/>
              <a:gdLst/>
              <a:ahLst/>
              <a:cxnLst/>
              <a:rect l="l" t="t" r="r" b="b"/>
              <a:pathLst>
                <a:path w="1011196" h="698500">
                  <a:moveTo>
                    <a:pt x="992435" y="401414"/>
                  </a:moveTo>
                  <a:lnTo>
                    <a:pt x="849935" y="646336"/>
                  </a:lnTo>
                  <a:cubicBezTo>
                    <a:pt x="831145" y="678632"/>
                    <a:pt x="796599" y="698500"/>
                    <a:pt x="759234" y="698500"/>
                  </a:cubicBezTo>
                  <a:lnTo>
                    <a:pt x="251962" y="698500"/>
                  </a:lnTo>
                  <a:cubicBezTo>
                    <a:pt x="214597" y="698500"/>
                    <a:pt x="180051" y="678632"/>
                    <a:pt x="161261" y="646336"/>
                  </a:cubicBezTo>
                  <a:lnTo>
                    <a:pt x="18761" y="401414"/>
                  </a:lnTo>
                  <a:cubicBezTo>
                    <a:pt x="0" y="369168"/>
                    <a:pt x="0" y="329332"/>
                    <a:pt x="18761" y="297086"/>
                  </a:cubicBezTo>
                  <a:lnTo>
                    <a:pt x="161261" y="52164"/>
                  </a:lnTo>
                  <a:cubicBezTo>
                    <a:pt x="180051" y="19868"/>
                    <a:pt x="214597" y="0"/>
                    <a:pt x="251962" y="0"/>
                  </a:cubicBezTo>
                  <a:lnTo>
                    <a:pt x="759234" y="0"/>
                  </a:lnTo>
                  <a:cubicBezTo>
                    <a:pt x="796599" y="0"/>
                    <a:pt x="831145" y="19868"/>
                    <a:pt x="849935" y="52164"/>
                  </a:cubicBezTo>
                  <a:lnTo>
                    <a:pt x="992435" y="297086"/>
                  </a:lnTo>
                  <a:cubicBezTo>
                    <a:pt x="1011196" y="329332"/>
                    <a:pt x="1011196" y="369168"/>
                    <a:pt x="992435" y="401414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288D3FB0-F292-D847-2044-598C34AEE814}"/>
                </a:ext>
              </a:extLst>
            </p:cNvPr>
            <p:cNvSpPr txBox="1"/>
            <p:nvPr/>
          </p:nvSpPr>
          <p:spPr>
            <a:xfrm>
              <a:off x="114300" y="-38100"/>
              <a:ext cx="80577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7" name="Group 47">
            <a:extLst>
              <a:ext uri="{FF2B5EF4-FFF2-40B4-BE49-F238E27FC236}">
                <a16:creationId xmlns:a16="http://schemas.microsoft.com/office/drawing/2014/main" id="{DB1D297E-9763-7959-8686-1DC61F0687D3}"/>
              </a:ext>
            </a:extLst>
          </p:cNvPr>
          <p:cNvGrpSpPr/>
          <p:nvPr/>
        </p:nvGrpSpPr>
        <p:grpSpPr>
          <a:xfrm>
            <a:off x="-3881030" y="1996214"/>
            <a:ext cx="4477612" cy="2482363"/>
            <a:chOff x="0" y="0"/>
            <a:chExt cx="1259934" cy="698500"/>
          </a:xfrm>
        </p:grpSpPr>
        <p:sp>
          <p:nvSpPr>
            <p:cNvPr id="48" name="Freeform 48">
              <a:extLst>
                <a:ext uri="{FF2B5EF4-FFF2-40B4-BE49-F238E27FC236}">
                  <a16:creationId xmlns:a16="http://schemas.microsoft.com/office/drawing/2014/main" id="{978423B7-61E3-EBC3-BF69-425342E0AB15}"/>
                </a:ext>
              </a:extLst>
            </p:cNvPr>
            <p:cNvSpPr/>
            <p:nvPr/>
          </p:nvSpPr>
          <p:spPr>
            <a:xfrm>
              <a:off x="8300" y="0"/>
              <a:ext cx="1243333" cy="698500"/>
            </a:xfrm>
            <a:custGeom>
              <a:avLst/>
              <a:gdLst/>
              <a:ahLst/>
              <a:cxnLst/>
              <a:rect l="l" t="t" r="r" b="b"/>
              <a:pathLst>
                <a:path w="1243333" h="698500">
                  <a:moveTo>
                    <a:pt x="1229896" y="386612"/>
                  </a:moveTo>
                  <a:lnTo>
                    <a:pt x="1070171" y="661138"/>
                  </a:lnTo>
                  <a:cubicBezTo>
                    <a:pt x="1056713" y="684270"/>
                    <a:pt x="1031970" y="698500"/>
                    <a:pt x="1005208" y="698500"/>
                  </a:cubicBezTo>
                  <a:lnTo>
                    <a:pt x="238126" y="698500"/>
                  </a:lnTo>
                  <a:cubicBezTo>
                    <a:pt x="211364" y="698500"/>
                    <a:pt x="186620" y="684270"/>
                    <a:pt x="173162" y="661138"/>
                  </a:cubicBezTo>
                  <a:lnTo>
                    <a:pt x="13438" y="386612"/>
                  </a:lnTo>
                  <a:cubicBezTo>
                    <a:pt x="0" y="363516"/>
                    <a:pt x="0" y="334984"/>
                    <a:pt x="13438" y="311888"/>
                  </a:cubicBezTo>
                  <a:lnTo>
                    <a:pt x="173162" y="37362"/>
                  </a:lnTo>
                  <a:cubicBezTo>
                    <a:pt x="186620" y="14230"/>
                    <a:pt x="211364" y="0"/>
                    <a:pt x="238126" y="0"/>
                  </a:cubicBezTo>
                  <a:lnTo>
                    <a:pt x="1005208" y="0"/>
                  </a:lnTo>
                  <a:cubicBezTo>
                    <a:pt x="1031970" y="0"/>
                    <a:pt x="1056713" y="14230"/>
                    <a:pt x="1070171" y="37362"/>
                  </a:cubicBezTo>
                  <a:lnTo>
                    <a:pt x="1229896" y="311888"/>
                  </a:lnTo>
                  <a:cubicBezTo>
                    <a:pt x="1243333" y="334984"/>
                    <a:pt x="1243333" y="363516"/>
                    <a:pt x="1229896" y="386612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9" name="TextBox 49">
              <a:extLst>
                <a:ext uri="{FF2B5EF4-FFF2-40B4-BE49-F238E27FC236}">
                  <a16:creationId xmlns:a16="http://schemas.microsoft.com/office/drawing/2014/main" id="{E3C62C98-941F-BB3C-67AE-09A66747E70F}"/>
                </a:ext>
              </a:extLst>
            </p:cNvPr>
            <p:cNvSpPr txBox="1"/>
            <p:nvPr/>
          </p:nvSpPr>
          <p:spPr>
            <a:xfrm>
              <a:off x="114300" y="-38100"/>
              <a:ext cx="103133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3" name="TextBox 53">
            <a:extLst>
              <a:ext uri="{FF2B5EF4-FFF2-40B4-BE49-F238E27FC236}">
                <a16:creationId xmlns:a16="http://schemas.microsoft.com/office/drawing/2014/main" id="{74916D6C-68C3-3D39-41A2-C37501EA29B8}"/>
              </a:ext>
            </a:extLst>
          </p:cNvPr>
          <p:cNvSpPr txBox="1"/>
          <p:nvPr/>
        </p:nvSpPr>
        <p:spPr>
          <a:xfrm>
            <a:off x="1230408" y="7211579"/>
            <a:ext cx="2353523" cy="32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6"/>
              </a:lnSpc>
            </a:pPr>
            <a:r>
              <a:rPr lang="en-US" sz="2400" b="1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MISSION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66F1289-ED9F-D2D3-F113-C846DC6FC2AD}"/>
              </a:ext>
            </a:extLst>
          </p:cNvPr>
          <p:cNvSpPr txBox="1"/>
          <p:nvPr/>
        </p:nvSpPr>
        <p:spPr>
          <a:xfrm>
            <a:off x="264820" y="197703"/>
            <a:ext cx="39738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Analysis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860F077-0F55-13A3-8A4E-F82000FB7D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215885"/>
              </p:ext>
            </p:extLst>
          </p:nvPr>
        </p:nvGraphicFramePr>
        <p:xfrm>
          <a:off x="1470662" y="2510017"/>
          <a:ext cx="14317941" cy="7204672"/>
        </p:xfrm>
        <a:graphic>
          <a:graphicData uri="http://schemas.openxmlformats.org/drawingml/2006/table">
            <a:tbl>
              <a:tblPr firstRow="1" firstCol="1" bandRow="1">
                <a:tableStyleId>{BDBED569-4797-4DF1-A0F4-6AAB3CD982D8}</a:tableStyleId>
              </a:tblPr>
              <a:tblGrid>
                <a:gridCol w="2208911">
                  <a:extLst>
                    <a:ext uri="{9D8B030D-6E8A-4147-A177-3AD203B41FA5}">
                      <a16:colId xmlns:a16="http://schemas.microsoft.com/office/drawing/2014/main" val="302726265"/>
                    </a:ext>
                  </a:extLst>
                </a:gridCol>
                <a:gridCol w="4729335">
                  <a:extLst>
                    <a:ext uri="{9D8B030D-6E8A-4147-A177-3AD203B41FA5}">
                      <a16:colId xmlns:a16="http://schemas.microsoft.com/office/drawing/2014/main" val="4234645418"/>
                    </a:ext>
                  </a:extLst>
                </a:gridCol>
                <a:gridCol w="2308862">
                  <a:extLst>
                    <a:ext uri="{9D8B030D-6E8A-4147-A177-3AD203B41FA5}">
                      <a16:colId xmlns:a16="http://schemas.microsoft.com/office/drawing/2014/main" val="157105178"/>
                    </a:ext>
                  </a:extLst>
                </a:gridCol>
                <a:gridCol w="2465451">
                  <a:extLst>
                    <a:ext uri="{9D8B030D-6E8A-4147-A177-3AD203B41FA5}">
                      <a16:colId xmlns:a16="http://schemas.microsoft.com/office/drawing/2014/main" val="400862480"/>
                    </a:ext>
                  </a:extLst>
                </a:gridCol>
                <a:gridCol w="2605382">
                  <a:extLst>
                    <a:ext uri="{9D8B030D-6E8A-4147-A177-3AD203B41FA5}">
                      <a16:colId xmlns:a16="http://schemas.microsoft.com/office/drawing/2014/main" val="1392282319"/>
                    </a:ext>
                  </a:extLst>
                </a:gridCol>
              </a:tblGrid>
              <a:tr h="112699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SL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Component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Qty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Unit Price (Tk)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Total (Tk)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47205359"/>
                  </a:ext>
                </a:extLst>
              </a:tr>
              <a:tr h="607768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Eps32 microcontroller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800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800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44050532"/>
                  </a:ext>
                </a:extLst>
              </a:tr>
              <a:tr h="607768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2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Gear motor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1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1000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1000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81936806"/>
                  </a:ext>
                </a:extLst>
              </a:tr>
              <a:tr h="607768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3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Servo motor mg996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2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600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1200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05183828"/>
                  </a:ext>
                </a:extLst>
              </a:tr>
              <a:tr h="607768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4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DC motor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3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80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240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63417176"/>
                  </a:ext>
                </a:extLst>
              </a:tr>
              <a:tr h="607768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5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Color sensor tcs725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600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600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17784921"/>
                  </a:ext>
                </a:extLst>
              </a:tr>
              <a:tr h="607768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6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IR sensor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2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150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300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8842326"/>
                  </a:ext>
                </a:extLst>
              </a:tr>
              <a:tr h="607768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7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Belt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300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300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77182934"/>
                  </a:ext>
                </a:extLst>
              </a:tr>
              <a:tr h="607768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8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Power cable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80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80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24603328"/>
                  </a:ext>
                </a:extLst>
              </a:tr>
              <a:tr h="607768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9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12V 2A PSU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550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550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78906358"/>
                  </a:ext>
                </a:extLst>
              </a:tr>
              <a:tr h="607768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10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5V 2A PSU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1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450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450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48488992"/>
                  </a:ext>
                </a:extLst>
              </a:tr>
            </a:tbl>
          </a:graphicData>
        </a:graphic>
      </p:graphicFrame>
      <p:sp>
        <p:nvSpPr>
          <p:cNvPr id="58" name="TextBox 57">
            <a:extLst>
              <a:ext uri="{FF2B5EF4-FFF2-40B4-BE49-F238E27FC236}">
                <a16:creationId xmlns:a16="http://schemas.microsoft.com/office/drawing/2014/main" id="{20FC4BF9-E9BF-37AA-20D0-B35278C48496}"/>
              </a:ext>
            </a:extLst>
          </p:cNvPr>
          <p:cNvSpPr txBox="1"/>
          <p:nvPr/>
        </p:nvSpPr>
        <p:spPr>
          <a:xfrm>
            <a:off x="6583269" y="987270"/>
            <a:ext cx="52292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of  Components</a:t>
            </a:r>
            <a:endParaRPr lang="en-US" sz="3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405A41-A47D-5753-E85B-161D13B7B282}"/>
              </a:ext>
            </a:extLst>
          </p:cNvPr>
          <p:cNvSpPr txBox="1"/>
          <p:nvPr/>
        </p:nvSpPr>
        <p:spPr>
          <a:xfrm>
            <a:off x="1399031" y="1753163"/>
            <a:ext cx="33253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phase :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215234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C8EDD-240E-2493-D1FE-CC963C8C3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>
            <a:extLst>
              <a:ext uri="{FF2B5EF4-FFF2-40B4-BE49-F238E27FC236}">
                <a16:creationId xmlns:a16="http://schemas.microsoft.com/office/drawing/2014/main" id="{3C52E790-2BE5-D369-A2EA-37FB1BBB0E2F}"/>
              </a:ext>
            </a:extLst>
          </p:cNvPr>
          <p:cNvGrpSpPr/>
          <p:nvPr/>
        </p:nvGrpSpPr>
        <p:grpSpPr>
          <a:xfrm>
            <a:off x="7239638" y="-2377142"/>
            <a:ext cx="9145730" cy="2948642"/>
            <a:chOff x="0" y="0"/>
            <a:chExt cx="1971842" cy="6985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06067E0-68B4-CB80-FE26-98A4327E54FC}"/>
                </a:ext>
              </a:extLst>
            </p:cNvPr>
            <p:cNvSpPr/>
            <p:nvPr/>
          </p:nvSpPr>
          <p:spPr>
            <a:xfrm>
              <a:off x="3641" y="0"/>
              <a:ext cx="1964561" cy="698500"/>
            </a:xfrm>
            <a:custGeom>
              <a:avLst/>
              <a:gdLst/>
              <a:ahLst/>
              <a:cxnLst/>
              <a:rect l="l" t="t" r="r" b="b"/>
              <a:pathLst>
                <a:path w="1964561" h="698500">
                  <a:moveTo>
                    <a:pt x="1958667" y="365637"/>
                  </a:moveTo>
                  <a:lnTo>
                    <a:pt x="1774536" y="682113"/>
                  </a:lnTo>
                  <a:cubicBezTo>
                    <a:pt x="1768633" y="692258"/>
                    <a:pt x="1757780" y="698500"/>
                    <a:pt x="1746042" y="698500"/>
                  </a:cubicBezTo>
                  <a:lnTo>
                    <a:pt x="218518" y="698500"/>
                  </a:lnTo>
                  <a:cubicBezTo>
                    <a:pt x="206780" y="698500"/>
                    <a:pt x="195928" y="692258"/>
                    <a:pt x="190025" y="682113"/>
                  </a:cubicBezTo>
                  <a:lnTo>
                    <a:pt x="5893" y="365637"/>
                  </a:lnTo>
                  <a:cubicBezTo>
                    <a:pt x="0" y="355507"/>
                    <a:pt x="0" y="342993"/>
                    <a:pt x="5893" y="332863"/>
                  </a:cubicBezTo>
                  <a:lnTo>
                    <a:pt x="190025" y="16387"/>
                  </a:lnTo>
                  <a:cubicBezTo>
                    <a:pt x="195928" y="6242"/>
                    <a:pt x="206780" y="0"/>
                    <a:pt x="218518" y="0"/>
                  </a:cubicBezTo>
                  <a:lnTo>
                    <a:pt x="1746042" y="0"/>
                  </a:lnTo>
                  <a:cubicBezTo>
                    <a:pt x="1757780" y="0"/>
                    <a:pt x="1768633" y="6242"/>
                    <a:pt x="1774536" y="16387"/>
                  </a:cubicBezTo>
                  <a:lnTo>
                    <a:pt x="1958667" y="332863"/>
                  </a:lnTo>
                  <a:cubicBezTo>
                    <a:pt x="1964561" y="342993"/>
                    <a:pt x="1964561" y="355507"/>
                    <a:pt x="1958667" y="365637"/>
                  </a:cubicBezTo>
                  <a:close/>
                </a:path>
              </a:pathLst>
            </a:custGeom>
            <a:solidFill>
              <a:srgbClr val="EDF0EF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B5B6F7E4-5127-4715-EE49-BAF2B1AB0245}"/>
                </a:ext>
              </a:extLst>
            </p:cNvPr>
            <p:cNvSpPr txBox="1"/>
            <p:nvPr/>
          </p:nvSpPr>
          <p:spPr>
            <a:xfrm>
              <a:off x="114300" y="-38100"/>
              <a:ext cx="17432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E90FFA9-613E-F0AB-FFDD-42232599B439}"/>
              </a:ext>
            </a:extLst>
          </p:cNvPr>
          <p:cNvGrpSpPr/>
          <p:nvPr/>
        </p:nvGrpSpPr>
        <p:grpSpPr>
          <a:xfrm>
            <a:off x="8064673" y="-1643030"/>
            <a:ext cx="6962716" cy="1833530"/>
            <a:chOff x="0" y="0"/>
            <a:chExt cx="2316153" cy="6985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BE37B4FF-00DF-060E-5BEF-FFB56ECEC6FC}"/>
                </a:ext>
              </a:extLst>
            </p:cNvPr>
            <p:cNvSpPr/>
            <p:nvPr/>
          </p:nvSpPr>
          <p:spPr>
            <a:xfrm>
              <a:off x="5338" y="0"/>
              <a:ext cx="2305477" cy="698500"/>
            </a:xfrm>
            <a:custGeom>
              <a:avLst/>
              <a:gdLst/>
              <a:ahLst/>
              <a:cxnLst/>
              <a:rect l="l" t="t" r="r" b="b"/>
              <a:pathLst>
                <a:path w="2305477" h="698500">
                  <a:moveTo>
                    <a:pt x="2296836" y="373277"/>
                  </a:moveTo>
                  <a:lnTo>
                    <a:pt x="2121595" y="674473"/>
                  </a:lnTo>
                  <a:cubicBezTo>
                    <a:pt x="2112940" y="689349"/>
                    <a:pt x="2097028" y="698500"/>
                    <a:pt x="2079817" y="698500"/>
                  </a:cubicBezTo>
                  <a:lnTo>
                    <a:pt x="225660" y="698500"/>
                  </a:lnTo>
                  <a:cubicBezTo>
                    <a:pt x="208450" y="698500"/>
                    <a:pt x="192538" y="689349"/>
                    <a:pt x="183883" y="674473"/>
                  </a:cubicBezTo>
                  <a:lnTo>
                    <a:pt x="8641" y="373277"/>
                  </a:lnTo>
                  <a:cubicBezTo>
                    <a:pt x="0" y="358424"/>
                    <a:pt x="0" y="340076"/>
                    <a:pt x="8641" y="325223"/>
                  </a:cubicBezTo>
                  <a:lnTo>
                    <a:pt x="183883" y="24027"/>
                  </a:lnTo>
                  <a:cubicBezTo>
                    <a:pt x="192538" y="9151"/>
                    <a:pt x="208450" y="0"/>
                    <a:pt x="225660" y="0"/>
                  </a:cubicBezTo>
                  <a:lnTo>
                    <a:pt x="2079817" y="0"/>
                  </a:lnTo>
                  <a:cubicBezTo>
                    <a:pt x="2097028" y="0"/>
                    <a:pt x="2112940" y="9151"/>
                    <a:pt x="2121595" y="24027"/>
                  </a:cubicBezTo>
                  <a:lnTo>
                    <a:pt x="2296836" y="325223"/>
                  </a:lnTo>
                  <a:cubicBezTo>
                    <a:pt x="2305477" y="340076"/>
                    <a:pt x="2305477" y="358424"/>
                    <a:pt x="2296836" y="373277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BDBDD826-E5B0-EA0E-8AB3-482B51A7B604}"/>
                </a:ext>
              </a:extLst>
            </p:cNvPr>
            <p:cNvSpPr txBox="1"/>
            <p:nvPr/>
          </p:nvSpPr>
          <p:spPr>
            <a:xfrm>
              <a:off x="114300" y="-38100"/>
              <a:ext cx="208755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66D84834-B34E-8F3A-2161-7CA1F399E02D}"/>
              </a:ext>
            </a:extLst>
          </p:cNvPr>
          <p:cNvGrpSpPr/>
          <p:nvPr/>
        </p:nvGrpSpPr>
        <p:grpSpPr>
          <a:xfrm>
            <a:off x="14325600" y="-6373107"/>
            <a:ext cx="8621832" cy="7401807"/>
            <a:chOff x="0" y="0"/>
            <a:chExt cx="712319" cy="6985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477FEBE-FC27-717C-1C2B-A62CEEBF2F61}"/>
                </a:ext>
              </a:extLst>
            </p:cNvPr>
            <p:cNvSpPr/>
            <p:nvPr/>
          </p:nvSpPr>
          <p:spPr>
            <a:xfrm>
              <a:off x="3307" y="0"/>
              <a:ext cx="705706" cy="698500"/>
            </a:xfrm>
            <a:custGeom>
              <a:avLst/>
              <a:gdLst/>
              <a:ahLst/>
              <a:cxnLst/>
              <a:rect l="l" t="t" r="r" b="b"/>
              <a:pathLst>
                <a:path w="705706" h="698500">
                  <a:moveTo>
                    <a:pt x="700353" y="364133"/>
                  </a:moveTo>
                  <a:lnTo>
                    <a:pt x="514471" y="683617"/>
                  </a:lnTo>
                  <a:cubicBezTo>
                    <a:pt x="509110" y="692831"/>
                    <a:pt x="499254" y="698500"/>
                    <a:pt x="488593" y="698500"/>
                  </a:cubicBezTo>
                  <a:lnTo>
                    <a:pt x="217112" y="698500"/>
                  </a:lnTo>
                  <a:cubicBezTo>
                    <a:pt x="206451" y="698500"/>
                    <a:pt x="196595" y="692831"/>
                    <a:pt x="191234" y="683617"/>
                  </a:cubicBezTo>
                  <a:lnTo>
                    <a:pt x="5352" y="364133"/>
                  </a:lnTo>
                  <a:cubicBezTo>
                    <a:pt x="0" y="354933"/>
                    <a:pt x="0" y="343567"/>
                    <a:pt x="5352" y="334367"/>
                  </a:cubicBezTo>
                  <a:lnTo>
                    <a:pt x="191234" y="14883"/>
                  </a:lnTo>
                  <a:cubicBezTo>
                    <a:pt x="196595" y="5669"/>
                    <a:pt x="206451" y="0"/>
                    <a:pt x="217112" y="0"/>
                  </a:cubicBezTo>
                  <a:lnTo>
                    <a:pt x="488593" y="0"/>
                  </a:lnTo>
                  <a:cubicBezTo>
                    <a:pt x="499254" y="0"/>
                    <a:pt x="509110" y="5669"/>
                    <a:pt x="514471" y="14883"/>
                  </a:cubicBezTo>
                  <a:lnTo>
                    <a:pt x="700353" y="334367"/>
                  </a:lnTo>
                  <a:cubicBezTo>
                    <a:pt x="705705" y="343567"/>
                    <a:pt x="705705" y="354933"/>
                    <a:pt x="700353" y="364133"/>
                  </a:cubicBezTo>
                  <a:close/>
                </a:path>
              </a:pathLst>
            </a:custGeom>
            <a:solidFill>
              <a:srgbClr val="05697B"/>
            </a:solidFill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F8B6C6B1-EFDF-1D72-21CB-C552308AE37C}"/>
                </a:ext>
              </a:extLst>
            </p:cNvPr>
            <p:cNvSpPr txBox="1"/>
            <p:nvPr/>
          </p:nvSpPr>
          <p:spPr>
            <a:xfrm>
              <a:off x="114300" y="-38100"/>
              <a:ext cx="483719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D67F4595-72EA-7A4B-816B-CAC39A3CEE7A}"/>
              </a:ext>
            </a:extLst>
          </p:cNvPr>
          <p:cNvGrpSpPr/>
          <p:nvPr/>
        </p:nvGrpSpPr>
        <p:grpSpPr>
          <a:xfrm>
            <a:off x="16200411" y="-3096191"/>
            <a:ext cx="4918926" cy="3684713"/>
            <a:chOff x="0" y="0"/>
            <a:chExt cx="668203" cy="6985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06D881C-DFDC-D94A-002C-517FBDCFAD66}"/>
                </a:ext>
              </a:extLst>
            </p:cNvPr>
            <p:cNvSpPr/>
            <p:nvPr/>
          </p:nvSpPr>
          <p:spPr>
            <a:xfrm>
              <a:off x="6260" y="0"/>
              <a:ext cx="655684" cy="698500"/>
            </a:xfrm>
            <a:custGeom>
              <a:avLst/>
              <a:gdLst/>
              <a:ahLst/>
              <a:cxnLst/>
              <a:rect l="l" t="t" r="r" b="b"/>
              <a:pathLst>
                <a:path w="655684" h="698500">
                  <a:moveTo>
                    <a:pt x="645549" y="377427"/>
                  </a:moveTo>
                  <a:lnTo>
                    <a:pt x="475137" y="670323"/>
                  </a:lnTo>
                  <a:cubicBezTo>
                    <a:pt x="464987" y="687768"/>
                    <a:pt x="446327" y="698500"/>
                    <a:pt x="426144" y="698500"/>
                  </a:cubicBezTo>
                  <a:lnTo>
                    <a:pt x="229539" y="698500"/>
                  </a:lnTo>
                  <a:cubicBezTo>
                    <a:pt x="209356" y="698500"/>
                    <a:pt x="190696" y="687768"/>
                    <a:pt x="180546" y="670323"/>
                  </a:cubicBezTo>
                  <a:lnTo>
                    <a:pt x="10134" y="377427"/>
                  </a:lnTo>
                  <a:cubicBezTo>
                    <a:pt x="0" y="360009"/>
                    <a:pt x="0" y="338491"/>
                    <a:pt x="10134" y="321073"/>
                  </a:cubicBezTo>
                  <a:lnTo>
                    <a:pt x="180546" y="28177"/>
                  </a:lnTo>
                  <a:cubicBezTo>
                    <a:pt x="190696" y="10732"/>
                    <a:pt x="209356" y="0"/>
                    <a:pt x="229539" y="0"/>
                  </a:cubicBezTo>
                  <a:lnTo>
                    <a:pt x="426144" y="0"/>
                  </a:lnTo>
                  <a:cubicBezTo>
                    <a:pt x="446327" y="0"/>
                    <a:pt x="464987" y="10732"/>
                    <a:pt x="475137" y="28177"/>
                  </a:cubicBezTo>
                  <a:lnTo>
                    <a:pt x="645549" y="321073"/>
                  </a:lnTo>
                  <a:cubicBezTo>
                    <a:pt x="655683" y="338491"/>
                    <a:pt x="655683" y="360009"/>
                    <a:pt x="645549" y="377427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A565C458-F681-C216-9EFD-3240A410F917}"/>
                </a:ext>
              </a:extLst>
            </p:cNvPr>
            <p:cNvSpPr txBox="1"/>
            <p:nvPr/>
          </p:nvSpPr>
          <p:spPr>
            <a:xfrm>
              <a:off x="114300" y="-38100"/>
              <a:ext cx="43960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0A332660-666E-8143-5191-3713703FF4FA}"/>
              </a:ext>
            </a:extLst>
          </p:cNvPr>
          <p:cNvGrpSpPr/>
          <p:nvPr/>
        </p:nvGrpSpPr>
        <p:grpSpPr>
          <a:xfrm>
            <a:off x="16137534" y="-2371094"/>
            <a:ext cx="5091140" cy="3171194"/>
            <a:chOff x="0" y="0"/>
            <a:chExt cx="793214" cy="698500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446C7A4-767B-1DEF-AC2C-6F3E8E34CD48}"/>
                </a:ext>
              </a:extLst>
            </p:cNvPr>
            <p:cNvSpPr/>
            <p:nvPr/>
          </p:nvSpPr>
          <p:spPr>
            <a:xfrm>
              <a:off x="5655" y="0"/>
              <a:ext cx="781904" cy="698500"/>
            </a:xfrm>
            <a:custGeom>
              <a:avLst/>
              <a:gdLst/>
              <a:ahLst/>
              <a:cxnLst/>
              <a:rect l="l" t="t" r="r" b="b"/>
              <a:pathLst>
                <a:path w="781904" h="698500">
                  <a:moveTo>
                    <a:pt x="772749" y="374704"/>
                  </a:moveTo>
                  <a:lnTo>
                    <a:pt x="599169" y="673046"/>
                  </a:lnTo>
                  <a:cubicBezTo>
                    <a:pt x="589999" y="688805"/>
                    <a:pt x="573142" y="698500"/>
                    <a:pt x="554910" y="698500"/>
                  </a:cubicBezTo>
                  <a:lnTo>
                    <a:pt x="226994" y="698500"/>
                  </a:lnTo>
                  <a:cubicBezTo>
                    <a:pt x="208762" y="698500"/>
                    <a:pt x="191904" y="688805"/>
                    <a:pt x="182735" y="673046"/>
                  </a:cubicBezTo>
                  <a:lnTo>
                    <a:pt x="9155" y="374704"/>
                  </a:lnTo>
                  <a:cubicBezTo>
                    <a:pt x="0" y="358969"/>
                    <a:pt x="0" y="339531"/>
                    <a:pt x="9155" y="323796"/>
                  </a:cubicBezTo>
                  <a:lnTo>
                    <a:pt x="182735" y="25454"/>
                  </a:lnTo>
                  <a:cubicBezTo>
                    <a:pt x="191904" y="9695"/>
                    <a:pt x="208762" y="0"/>
                    <a:pt x="226994" y="0"/>
                  </a:cubicBezTo>
                  <a:lnTo>
                    <a:pt x="554910" y="0"/>
                  </a:lnTo>
                  <a:cubicBezTo>
                    <a:pt x="573142" y="0"/>
                    <a:pt x="589999" y="9695"/>
                    <a:pt x="599169" y="25454"/>
                  </a:cubicBezTo>
                  <a:lnTo>
                    <a:pt x="772749" y="323796"/>
                  </a:lnTo>
                  <a:cubicBezTo>
                    <a:pt x="781904" y="339531"/>
                    <a:pt x="781904" y="358969"/>
                    <a:pt x="772749" y="374704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7CD34D8-B810-CBF6-047D-0192D6A81E80}"/>
                </a:ext>
              </a:extLst>
            </p:cNvPr>
            <p:cNvSpPr txBox="1"/>
            <p:nvPr/>
          </p:nvSpPr>
          <p:spPr>
            <a:xfrm>
              <a:off x="114300" y="-38100"/>
              <a:ext cx="56461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DC84D06-5B92-F835-A8A0-D0A55378CC15}"/>
              </a:ext>
            </a:extLst>
          </p:cNvPr>
          <p:cNvGrpSpPr/>
          <p:nvPr/>
        </p:nvGrpSpPr>
        <p:grpSpPr>
          <a:xfrm>
            <a:off x="15545772" y="9714689"/>
            <a:ext cx="5195427" cy="3616322"/>
            <a:chOff x="0" y="0"/>
            <a:chExt cx="1003507" cy="698500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CD2098BD-956E-8B69-E035-BFFD945849C5}"/>
                </a:ext>
              </a:extLst>
            </p:cNvPr>
            <p:cNvSpPr/>
            <p:nvPr/>
          </p:nvSpPr>
          <p:spPr>
            <a:xfrm>
              <a:off x="7154" y="0"/>
              <a:ext cx="989200" cy="698500"/>
            </a:xfrm>
            <a:custGeom>
              <a:avLst/>
              <a:gdLst/>
              <a:ahLst/>
              <a:cxnLst/>
              <a:rect l="l" t="t" r="r" b="b"/>
              <a:pathLst>
                <a:path w="989200" h="698500">
                  <a:moveTo>
                    <a:pt x="977619" y="381450"/>
                  </a:moveTo>
                  <a:lnTo>
                    <a:pt x="811888" y="666300"/>
                  </a:lnTo>
                  <a:cubicBezTo>
                    <a:pt x="800289" y="686236"/>
                    <a:pt x="778964" y="698500"/>
                    <a:pt x="755900" y="698500"/>
                  </a:cubicBezTo>
                  <a:lnTo>
                    <a:pt x="233300" y="698500"/>
                  </a:lnTo>
                  <a:cubicBezTo>
                    <a:pt x="210235" y="698500"/>
                    <a:pt x="188910" y="686236"/>
                    <a:pt x="177311" y="666300"/>
                  </a:cubicBezTo>
                  <a:lnTo>
                    <a:pt x="11581" y="381450"/>
                  </a:lnTo>
                  <a:cubicBezTo>
                    <a:pt x="0" y="361545"/>
                    <a:pt x="0" y="336955"/>
                    <a:pt x="11581" y="317050"/>
                  </a:cubicBezTo>
                  <a:lnTo>
                    <a:pt x="177311" y="32200"/>
                  </a:lnTo>
                  <a:cubicBezTo>
                    <a:pt x="188910" y="12264"/>
                    <a:pt x="210235" y="0"/>
                    <a:pt x="233300" y="0"/>
                  </a:cubicBezTo>
                  <a:lnTo>
                    <a:pt x="755900" y="0"/>
                  </a:lnTo>
                  <a:cubicBezTo>
                    <a:pt x="778964" y="0"/>
                    <a:pt x="800289" y="12264"/>
                    <a:pt x="811888" y="32200"/>
                  </a:cubicBezTo>
                  <a:lnTo>
                    <a:pt x="977619" y="317050"/>
                  </a:lnTo>
                  <a:cubicBezTo>
                    <a:pt x="989200" y="336955"/>
                    <a:pt x="989200" y="361545"/>
                    <a:pt x="977619" y="381450"/>
                  </a:cubicBezTo>
                  <a:close/>
                </a:path>
              </a:pathLst>
            </a:custGeom>
            <a:solidFill>
              <a:srgbClr val="EDF0EF"/>
            </a:solidFill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346EE353-5B38-6496-163D-822E1208219A}"/>
                </a:ext>
              </a:extLst>
            </p:cNvPr>
            <p:cNvSpPr txBox="1"/>
            <p:nvPr/>
          </p:nvSpPr>
          <p:spPr>
            <a:xfrm>
              <a:off x="114300" y="-38100"/>
              <a:ext cx="774907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Freeform 35">
            <a:extLst>
              <a:ext uri="{FF2B5EF4-FFF2-40B4-BE49-F238E27FC236}">
                <a16:creationId xmlns:a16="http://schemas.microsoft.com/office/drawing/2014/main" id="{7A8BF27C-6FA7-3CA8-8FC7-7424B96961A4}"/>
              </a:ext>
            </a:extLst>
          </p:cNvPr>
          <p:cNvSpPr/>
          <p:nvPr/>
        </p:nvSpPr>
        <p:spPr>
          <a:xfrm>
            <a:off x="17031166" y="5203313"/>
            <a:ext cx="741417" cy="185354"/>
          </a:xfrm>
          <a:custGeom>
            <a:avLst/>
            <a:gdLst/>
            <a:ahLst/>
            <a:cxnLst/>
            <a:rect l="l" t="t" r="r" b="b"/>
            <a:pathLst>
              <a:path w="741417" h="185354">
                <a:moveTo>
                  <a:pt x="0" y="0"/>
                </a:moveTo>
                <a:lnTo>
                  <a:pt x="741417" y="0"/>
                </a:lnTo>
                <a:lnTo>
                  <a:pt x="741417" y="185355"/>
                </a:lnTo>
                <a:lnTo>
                  <a:pt x="0" y="185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E5319628-726A-0728-A80E-272C940396CA}"/>
              </a:ext>
            </a:extLst>
          </p:cNvPr>
          <p:cNvGrpSpPr/>
          <p:nvPr/>
        </p:nvGrpSpPr>
        <p:grpSpPr>
          <a:xfrm>
            <a:off x="16879382" y="9430708"/>
            <a:ext cx="3207045" cy="2165678"/>
            <a:chOff x="0" y="0"/>
            <a:chExt cx="1034374" cy="6985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964A8755-5A11-C85C-8A02-0973157923BC}"/>
                </a:ext>
              </a:extLst>
            </p:cNvPr>
            <p:cNvSpPr/>
            <p:nvPr/>
          </p:nvSpPr>
          <p:spPr>
            <a:xfrm>
              <a:off x="11589" y="0"/>
              <a:ext cx="1011196" cy="698500"/>
            </a:xfrm>
            <a:custGeom>
              <a:avLst/>
              <a:gdLst/>
              <a:ahLst/>
              <a:cxnLst/>
              <a:rect l="l" t="t" r="r" b="b"/>
              <a:pathLst>
                <a:path w="1011196" h="698500">
                  <a:moveTo>
                    <a:pt x="992435" y="401414"/>
                  </a:moveTo>
                  <a:lnTo>
                    <a:pt x="849935" y="646336"/>
                  </a:lnTo>
                  <a:cubicBezTo>
                    <a:pt x="831145" y="678632"/>
                    <a:pt x="796599" y="698500"/>
                    <a:pt x="759234" y="698500"/>
                  </a:cubicBezTo>
                  <a:lnTo>
                    <a:pt x="251962" y="698500"/>
                  </a:lnTo>
                  <a:cubicBezTo>
                    <a:pt x="214597" y="698500"/>
                    <a:pt x="180051" y="678632"/>
                    <a:pt x="161261" y="646336"/>
                  </a:cubicBezTo>
                  <a:lnTo>
                    <a:pt x="18761" y="401414"/>
                  </a:lnTo>
                  <a:cubicBezTo>
                    <a:pt x="0" y="369168"/>
                    <a:pt x="0" y="329332"/>
                    <a:pt x="18761" y="297086"/>
                  </a:cubicBezTo>
                  <a:lnTo>
                    <a:pt x="161261" y="52164"/>
                  </a:lnTo>
                  <a:cubicBezTo>
                    <a:pt x="180051" y="19868"/>
                    <a:pt x="214597" y="0"/>
                    <a:pt x="251962" y="0"/>
                  </a:cubicBezTo>
                  <a:lnTo>
                    <a:pt x="759234" y="0"/>
                  </a:lnTo>
                  <a:cubicBezTo>
                    <a:pt x="796599" y="0"/>
                    <a:pt x="831145" y="19868"/>
                    <a:pt x="849935" y="52164"/>
                  </a:cubicBezTo>
                  <a:lnTo>
                    <a:pt x="992435" y="297086"/>
                  </a:lnTo>
                  <a:cubicBezTo>
                    <a:pt x="1011196" y="329332"/>
                    <a:pt x="1011196" y="369168"/>
                    <a:pt x="992435" y="401414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C682F037-7541-F07A-8E73-C67BAD26D8AF}"/>
                </a:ext>
              </a:extLst>
            </p:cNvPr>
            <p:cNvSpPr txBox="1"/>
            <p:nvPr/>
          </p:nvSpPr>
          <p:spPr>
            <a:xfrm>
              <a:off x="114300" y="-38100"/>
              <a:ext cx="80577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7" name="Group 47">
            <a:extLst>
              <a:ext uri="{FF2B5EF4-FFF2-40B4-BE49-F238E27FC236}">
                <a16:creationId xmlns:a16="http://schemas.microsoft.com/office/drawing/2014/main" id="{524091E7-D3C9-5D44-0E54-79651D29C1BC}"/>
              </a:ext>
            </a:extLst>
          </p:cNvPr>
          <p:cNvGrpSpPr/>
          <p:nvPr/>
        </p:nvGrpSpPr>
        <p:grpSpPr>
          <a:xfrm>
            <a:off x="-3881030" y="1996214"/>
            <a:ext cx="4477612" cy="2482363"/>
            <a:chOff x="0" y="0"/>
            <a:chExt cx="1259934" cy="698500"/>
          </a:xfrm>
        </p:grpSpPr>
        <p:sp>
          <p:nvSpPr>
            <p:cNvPr id="48" name="Freeform 48">
              <a:extLst>
                <a:ext uri="{FF2B5EF4-FFF2-40B4-BE49-F238E27FC236}">
                  <a16:creationId xmlns:a16="http://schemas.microsoft.com/office/drawing/2014/main" id="{DACE8B2D-2FF9-03A4-D9CB-8A05D924CDBE}"/>
                </a:ext>
              </a:extLst>
            </p:cNvPr>
            <p:cNvSpPr/>
            <p:nvPr/>
          </p:nvSpPr>
          <p:spPr>
            <a:xfrm>
              <a:off x="8300" y="0"/>
              <a:ext cx="1243333" cy="698500"/>
            </a:xfrm>
            <a:custGeom>
              <a:avLst/>
              <a:gdLst/>
              <a:ahLst/>
              <a:cxnLst/>
              <a:rect l="l" t="t" r="r" b="b"/>
              <a:pathLst>
                <a:path w="1243333" h="698500">
                  <a:moveTo>
                    <a:pt x="1229896" y="386612"/>
                  </a:moveTo>
                  <a:lnTo>
                    <a:pt x="1070171" y="661138"/>
                  </a:lnTo>
                  <a:cubicBezTo>
                    <a:pt x="1056713" y="684270"/>
                    <a:pt x="1031970" y="698500"/>
                    <a:pt x="1005208" y="698500"/>
                  </a:cubicBezTo>
                  <a:lnTo>
                    <a:pt x="238126" y="698500"/>
                  </a:lnTo>
                  <a:cubicBezTo>
                    <a:pt x="211364" y="698500"/>
                    <a:pt x="186620" y="684270"/>
                    <a:pt x="173162" y="661138"/>
                  </a:cubicBezTo>
                  <a:lnTo>
                    <a:pt x="13438" y="386612"/>
                  </a:lnTo>
                  <a:cubicBezTo>
                    <a:pt x="0" y="363516"/>
                    <a:pt x="0" y="334984"/>
                    <a:pt x="13438" y="311888"/>
                  </a:cubicBezTo>
                  <a:lnTo>
                    <a:pt x="173162" y="37362"/>
                  </a:lnTo>
                  <a:cubicBezTo>
                    <a:pt x="186620" y="14230"/>
                    <a:pt x="211364" y="0"/>
                    <a:pt x="238126" y="0"/>
                  </a:cubicBezTo>
                  <a:lnTo>
                    <a:pt x="1005208" y="0"/>
                  </a:lnTo>
                  <a:cubicBezTo>
                    <a:pt x="1031970" y="0"/>
                    <a:pt x="1056713" y="14230"/>
                    <a:pt x="1070171" y="37362"/>
                  </a:cubicBezTo>
                  <a:lnTo>
                    <a:pt x="1229896" y="311888"/>
                  </a:lnTo>
                  <a:cubicBezTo>
                    <a:pt x="1243333" y="334984"/>
                    <a:pt x="1243333" y="363516"/>
                    <a:pt x="1229896" y="386612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9" name="TextBox 49">
              <a:extLst>
                <a:ext uri="{FF2B5EF4-FFF2-40B4-BE49-F238E27FC236}">
                  <a16:creationId xmlns:a16="http://schemas.microsoft.com/office/drawing/2014/main" id="{8B36F4B7-A554-D9AD-5078-4128CCC01288}"/>
                </a:ext>
              </a:extLst>
            </p:cNvPr>
            <p:cNvSpPr txBox="1"/>
            <p:nvPr/>
          </p:nvSpPr>
          <p:spPr>
            <a:xfrm>
              <a:off x="114300" y="-38100"/>
              <a:ext cx="103133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3" name="TextBox 53">
            <a:extLst>
              <a:ext uri="{FF2B5EF4-FFF2-40B4-BE49-F238E27FC236}">
                <a16:creationId xmlns:a16="http://schemas.microsoft.com/office/drawing/2014/main" id="{75B1706F-83E6-1B5E-5CE6-178BB6A63C00}"/>
              </a:ext>
            </a:extLst>
          </p:cNvPr>
          <p:cNvSpPr txBox="1"/>
          <p:nvPr/>
        </p:nvSpPr>
        <p:spPr>
          <a:xfrm>
            <a:off x="1230408" y="7211579"/>
            <a:ext cx="2353523" cy="32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6"/>
              </a:lnSpc>
            </a:pPr>
            <a:r>
              <a:rPr lang="en-US" sz="2400" b="1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MISSION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67B59AE-A19F-4D0C-B974-71D5B6ECB972}"/>
              </a:ext>
            </a:extLst>
          </p:cNvPr>
          <p:cNvSpPr txBox="1"/>
          <p:nvPr/>
        </p:nvSpPr>
        <p:spPr>
          <a:xfrm>
            <a:off x="369513" y="621622"/>
            <a:ext cx="39738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Analysis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A836B38-997E-B80A-D3CE-2AEB7C929A9C}"/>
              </a:ext>
            </a:extLst>
          </p:cNvPr>
          <p:cNvSpPr txBox="1"/>
          <p:nvPr/>
        </p:nvSpPr>
        <p:spPr>
          <a:xfrm>
            <a:off x="6739897" y="1445959"/>
            <a:ext cx="52292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of  Components</a:t>
            </a:r>
            <a:endParaRPr lang="en-US" sz="36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5B4CBBA-71E0-C329-ABCF-24D7FF309E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254486"/>
              </p:ext>
            </p:extLst>
          </p:nvPr>
        </p:nvGraphicFramePr>
        <p:xfrm>
          <a:off x="1230409" y="2327079"/>
          <a:ext cx="14624816" cy="6985501"/>
        </p:xfrm>
        <a:graphic>
          <a:graphicData uri="http://schemas.openxmlformats.org/drawingml/2006/table">
            <a:tbl>
              <a:tblPr firstRow="1" firstCol="1" bandRow="1">
                <a:tableStyleId>{BDBED569-4797-4DF1-A0F4-6AAB3CD982D8}</a:tableStyleId>
              </a:tblPr>
              <a:tblGrid>
                <a:gridCol w="2256254">
                  <a:extLst>
                    <a:ext uri="{9D8B030D-6E8A-4147-A177-3AD203B41FA5}">
                      <a16:colId xmlns:a16="http://schemas.microsoft.com/office/drawing/2014/main" val="2064320079"/>
                    </a:ext>
                  </a:extLst>
                </a:gridCol>
                <a:gridCol w="4830699">
                  <a:extLst>
                    <a:ext uri="{9D8B030D-6E8A-4147-A177-3AD203B41FA5}">
                      <a16:colId xmlns:a16="http://schemas.microsoft.com/office/drawing/2014/main" val="1345667331"/>
                    </a:ext>
                  </a:extLst>
                </a:gridCol>
                <a:gridCol w="2358347">
                  <a:extLst>
                    <a:ext uri="{9D8B030D-6E8A-4147-A177-3AD203B41FA5}">
                      <a16:colId xmlns:a16="http://schemas.microsoft.com/office/drawing/2014/main" val="3445868895"/>
                    </a:ext>
                  </a:extLst>
                </a:gridCol>
                <a:gridCol w="2518293">
                  <a:extLst>
                    <a:ext uri="{9D8B030D-6E8A-4147-A177-3AD203B41FA5}">
                      <a16:colId xmlns:a16="http://schemas.microsoft.com/office/drawing/2014/main" val="3820974173"/>
                    </a:ext>
                  </a:extLst>
                </a:gridCol>
                <a:gridCol w="2661223">
                  <a:extLst>
                    <a:ext uri="{9D8B030D-6E8A-4147-A177-3AD203B41FA5}">
                      <a16:colId xmlns:a16="http://schemas.microsoft.com/office/drawing/2014/main" val="3609163547"/>
                    </a:ext>
                  </a:extLst>
                </a:gridCol>
              </a:tblGrid>
              <a:tr h="49758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11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Buck converter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200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200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06658690"/>
                  </a:ext>
                </a:extLst>
              </a:tr>
              <a:tr h="49758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12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Roller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2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600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1200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01516083"/>
                  </a:ext>
                </a:extLst>
              </a:tr>
              <a:tr h="49758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13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Bearing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4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150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600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76513181"/>
                  </a:ext>
                </a:extLst>
              </a:tr>
              <a:tr h="49758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14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3D printed parts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350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350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64815509"/>
                  </a:ext>
                </a:extLst>
              </a:tr>
              <a:tr h="49758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15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Wood frame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800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800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71900518"/>
                  </a:ext>
                </a:extLst>
              </a:tr>
              <a:tr h="49758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16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Wire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200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200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56392335"/>
                  </a:ext>
                </a:extLst>
              </a:tr>
              <a:tr h="49758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17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PCB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600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600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55202475"/>
                  </a:ext>
                </a:extLst>
              </a:tr>
              <a:tr h="49758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18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Male-Female rail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4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30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120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07559590"/>
                  </a:ext>
                </a:extLst>
              </a:tr>
              <a:tr h="49758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19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PVC board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200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200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69422231"/>
                  </a:ext>
                </a:extLst>
              </a:tr>
              <a:tr h="49758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20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Relay 5V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1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60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60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61184508"/>
                  </a:ext>
                </a:extLst>
              </a:tr>
              <a:tr h="49758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21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D882 transistor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3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15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45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77010817"/>
                  </a:ext>
                </a:extLst>
              </a:tr>
              <a:tr h="49758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22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Buzzer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25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25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89738003"/>
                  </a:ext>
                </a:extLst>
              </a:tr>
              <a:tr h="49758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23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Others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300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300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11336010"/>
                  </a:ext>
                </a:extLst>
              </a:tr>
              <a:tr h="5169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>
                          <a:effectLst/>
                        </a:rPr>
                        <a:t>Total Cost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10,220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01080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9189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6878D-4E2C-6CF8-DE64-486B1D0BD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>
            <a:extLst>
              <a:ext uri="{FF2B5EF4-FFF2-40B4-BE49-F238E27FC236}">
                <a16:creationId xmlns:a16="http://schemas.microsoft.com/office/drawing/2014/main" id="{EF6A9392-B36E-F243-AC78-C466A11AA4BA}"/>
              </a:ext>
            </a:extLst>
          </p:cNvPr>
          <p:cNvGrpSpPr/>
          <p:nvPr/>
        </p:nvGrpSpPr>
        <p:grpSpPr>
          <a:xfrm>
            <a:off x="7239638" y="-2377142"/>
            <a:ext cx="9145730" cy="2948642"/>
            <a:chOff x="0" y="0"/>
            <a:chExt cx="1971842" cy="6985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02F7206-7631-CA15-3764-67360260A99E}"/>
                </a:ext>
              </a:extLst>
            </p:cNvPr>
            <p:cNvSpPr/>
            <p:nvPr/>
          </p:nvSpPr>
          <p:spPr>
            <a:xfrm>
              <a:off x="3641" y="0"/>
              <a:ext cx="1964561" cy="698500"/>
            </a:xfrm>
            <a:custGeom>
              <a:avLst/>
              <a:gdLst/>
              <a:ahLst/>
              <a:cxnLst/>
              <a:rect l="l" t="t" r="r" b="b"/>
              <a:pathLst>
                <a:path w="1964561" h="698500">
                  <a:moveTo>
                    <a:pt x="1958667" y="365637"/>
                  </a:moveTo>
                  <a:lnTo>
                    <a:pt x="1774536" y="682113"/>
                  </a:lnTo>
                  <a:cubicBezTo>
                    <a:pt x="1768633" y="692258"/>
                    <a:pt x="1757780" y="698500"/>
                    <a:pt x="1746042" y="698500"/>
                  </a:cubicBezTo>
                  <a:lnTo>
                    <a:pt x="218518" y="698500"/>
                  </a:lnTo>
                  <a:cubicBezTo>
                    <a:pt x="206780" y="698500"/>
                    <a:pt x="195928" y="692258"/>
                    <a:pt x="190025" y="682113"/>
                  </a:cubicBezTo>
                  <a:lnTo>
                    <a:pt x="5893" y="365637"/>
                  </a:lnTo>
                  <a:cubicBezTo>
                    <a:pt x="0" y="355507"/>
                    <a:pt x="0" y="342993"/>
                    <a:pt x="5893" y="332863"/>
                  </a:cubicBezTo>
                  <a:lnTo>
                    <a:pt x="190025" y="16387"/>
                  </a:lnTo>
                  <a:cubicBezTo>
                    <a:pt x="195928" y="6242"/>
                    <a:pt x="206780" y="0"/>
                    <a:pt x="218518" y="0"/>
                  </a:cubicBezTo>
                  <a:lnTo>
                    <a:pt x="1746042" y="0"/>
                  </a:lnTo>
                  <a:cubicBezTo>
                    <a:pt x="1757780" y="0"/>
                    <a:pt x="1768633" y="6242"/>
                    <a:pt x="1774536" y="16387"/>
                  </a:cubicBezTo>
                  <a:lnTo>
                    <a:pt x="1958667" y="332863"/>
                  </a:lnTo>
                  <a:cubicBezTo>
                    <a:pt x="1964561" y="342993"/>
                    <a:pt x="1964561" y="355507"/>
                    <a:pt x="1958667" y="365637"/>
                  </a:cubicBezTo>
                  <a:close/>
                </a:path>
              </a:pathLst>
            </a:custGeom>
            <a:solidFill>
              <a:srgbClr val="EDF0EF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3CAFC3F9-9F2A-29CE-7E7A-941771525211}"/>
                </a:ext>
              </a:extLst>
            </p:cNvPr>
            <p:cNvSpPr txBox="1"/>
            <p:nvPr/>
          </p:nvSpPr>
          <p:spPr>
            <a:xfrm>
              <a:off x="114300" y="-38100"/>
              <a:ext cx="17432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DA204F63-63E7-1463-7330-80DAEF93C69A}"/>
              </a:ext>
            </a:extLst>
          </p:cNvPr>
          <p:cNvGrpSpPr/>
          <p:nvPr/>
        </p:nvGrpSpPr>
        <p:grpSpPr>
          <a:xfrm>
            <a:off x="8064673" y="-1643030"/>
            <a:ext cx="6962716" cy="1833530"/>
            <a:chOff x="0" y="0"/>
            <a:chExt cx="2316153" cy="6985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01EA0B8-F4E2-F932-A342-C889D6A111C7}"/>
                </a:ext>
              </a:extLst>
            </p:cNvPr>
            <p:cNvSpPr/>
            <p:nvPr/>
          </p:nvSpPr>
          <p:spPr>
            <a:xfrm>
              <a:off x="5338" y="0"/>
              <a:ext cx="2305477" cy="698500"/>
            </a:xfrm>
            <a:custGeom>
              <a:avLst/>
              <a:gdLst/>
              <a:ahLst/>
              <a:cxnLst/>
              <a:rect l="l" t="t" r="r" b="b"/>
              <a:pathLst>
                <a:path w="2305477" h="698500">
                  <a:moveTo>
                    <a:pt x="2296836" y="373277"/>
                  </a:moveTo>
                  <a:lnTo>
                    <a:pt x="2121595" y="674473"/>
                  </a:lnTo>
                  <a:cubicBezTo>
                    <a:pt x="2112940" y="689349"/>
                    <a:pt x="2097028" y="698500"/>
                    <a:pt x="2079817" y="698500"/>
                  </a:cubicBezTo>
                  <a:lnTo>
                    <a:pt x="225660" y="698500"/>
                  </a:lnTo>
                  <a:cubicBezTo>
                    <a:pt x="208450" y="698500"/>
                    <a:pt x="192538" y="689349"/>
                    <a:pt x="183883" y="674473"/>
                  </a:cubicBezTo>
                  <a:lnTo>
                    <a:pt x="8641" y="373277"/>
                  </a:lnTo>
                  <a:cubicBezTo>
                    <a:pt x="0" y="358424"/>
                    <a:pt x="0" y="340076"/>
                    <a:pt x="8641" y="325223"/>
                  </a:cubicBezTo>
                  <a:lnTo>
                    <a:pt x="183883" y="24027"/>
                  </a:lnTo>
                  <a:cubicBezTo>
                    <a:pt x="192538" y="9151"/>
                    <a:pt x="208450" y="0"/>
                    <a:pt x="225660" y="0"/>
                  </a:cubicBezTo>
                  <a:lnTo>
                    <a:pt x="2079817" y="0"/>
                  </a:lnTo>
                  <a:cubicBezTo>
                    <a:pt x="2097028" y="0"/>
                    <a:pt x="2112940" y="9151"/>
                    <a:pt x="2121595" y="24027"/>
                  </a:cubicBezTo>
                  <a:lnTo>
                    <a:pt x="2296836" y="325223"/>
                  </a:lnTo>
                  <a:cubicBezTo>
                    <a:pt x="2305477" y="340076"/>
                    <a:pt x="2305477" y="358424"/>
                    <a:pt x="2296836" y="373277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E2E04F43-C12E-1A6A-CA06-56D9DBFAD1BA}"/>
                </a:ext>
              </a:extLst>
            </p:cNvPr>
            <p:cNvSpPr txBox="1"/>
            <p:nvPr/>
          </p:nvSpPr>
          <p:spPr>
            <a:xfrm>
              <a:off x="114300" y="-38100"/>
              <a:ext cx="208755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D2336431-7DD0-08E2-6011-C2FD028DEA29}"/>
              </a:ext>
            </a:extLst>
          </p:cNvPr>
          <p:cNvGrpSpPr/>
          <p:nvPr/>
        </p:nvGrpSpPr>
        <p:grpSpPr>
          <a:xfrm>
            <a:off x="14325600" y="-6373107"/>
            <a:ext cx="8621832" cy="7401807"/>
            <a:chOff x="0" y="0"/>
            <a:chExt cx="712319" cy="6985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DF4377C4-54A9-8D2A-4C1B-50F99F7483F5}"/>
                </a:ext>
              </a:extLst>
            </p:cNvPr>
            <p:cNvSpPr/>
            <p:nvPr/>
          </p:nvSpPr>
          <p:spPr>
            <a:xfrm>
              <a:off x="3307" y="0"/>
              <a:ext cx="705706" cy="698500"/>
            </a:xfrm>
            <a:custGeom>
              <a:avLst/>
              <a:gdLst/>
              <a:ahLst/>
              <a:cxnLst/>
              <a:rect l="l" t="t" r="r" b="b"/>
              <a:pathLst>
                <a:path w="705706" h="698500">
                  <a:moveTo>
                    <a:pt x="700353" y="364133"/>
                  </a:moveTo>
                  <a:lnTo>
                    <a:pt x="514471" y="683617"/>
                  </a:lnTo>
                  <a:cubicBezTo>
                    <a:pt x="509110" y="692831"/>
                    <a:pt x="499254" y="698500"/>
                    <a:pt x="488593" y="698500"/>
                  </a:cubicBezTo>
                  <a:lnTo>
                    <a:pt x="217112" y="698500"/>
                  </a:lnTo>
                  <a:cubicBezTo>
                    <a:pt x="206451" y="698500"/>
                    <a:pt x="196595" y="692831"/>
                    <a:pt x="191234" y="683617"/>
                  </a:cubicBezTo>
                  <a:lnTo>
                    <a:pt x="5352" y="364133"/>
                  </a:lnTo>
                  <a:cubicBezTo>
                    <a:pt x="0" y="354933"/>
                    <a:pt x="0" y="343567"/>
                    <a:pt x="5352" y="334367"/>
                  </a:cubicBezTo>
                  <a:lnTo>
                    <a:pt x="191234" y="14883"/>
                  </a:lnTo>
                  <a:cubicBezTo>
                    <a:pt x="196595" y="5669"/>
                    <a:pt x="206451" y="0"/>
                    <a:pt x="217112" y="0"/>
                  </a:cubicBezTo>
                  <a:lnTo>
                    <a:pt x="488593" y="0"/>
                  </a:lnTo>
                  <a:cubicBezTo>
                    <a:pt x="499254" y="0"/>
                    <a:pt x="509110" y="5669"/>
                    <a:pt x="514471" y="14883"/>
                  </a:cubicBezTo>
                  <a:lnTo>
                    <a:pt x="700353" y="334367"/>
                  </a:lnTo>
                  <a:cubicBezTo>
                    <a:pt x="705705" y="343567"/>
                    <a:pt x="705705" y="354933"/>
                    <a:pt x="700353" y="364133"/>
                  </a:cubicBezTo>
                  <a:close/>
                </a:path>
              </a:pathLst>
            </a:custGeom>
            <a:solidFill>
              <a:srgbClr val="05697B"/>
            </a:solidFill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B277DC48-26EC-27E3-34ED-578E1ABF27D2}"/>
                </a:ext>
              </a:extLst>
            </p:cNvPr>
            <p:cNvSpPr txBox="1"/>
            <p:nvPr/>
          </p:nvSpPr>
          <p:spPr>
            <a:xfrm>
              <a:off x="114300" y="-38100"/>
              <a:ext cx="483719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0EAAE317-AC2F-9C73-9E0C-5121A37DFD8F}"/>
              </a:ext>
            </a:extLst>
          </p:cNvPr>
          <p:cNvGrpSpPr/>
          <p:nvPr/>
        </p:nvGrpSpPr>
        <p:grpSpPr>
          <a:xfrm>
            <a:off x="16200411" y="-3096191"/>
            <a:ext cx="4918926" cy="3684713"/>
            <a:chOff x="0" y="0"/>
            <a:chExt cx="668203" cy="6985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4F44A4F-F131-57C5-05BF-05347CFD4C92}"/>
                </a:ext>
              </a:extLst>
            </p:cNvPr>
            <p:cNvSpPr/>
            <p:nvPr/>
          </p:nvSpPr>
          <p:spPr>
            <a:xfrm>
              <a:off x="6260" y="0"/>
              <a:ext cx="655684" cy="698500"/>
            </a:xfrm>
            <a:custGeom>
              <a:avLst/>
              <a:gdLst/>
              <a:ahLst/>
              <a:cxnLst/>
              <a:rect l="l" t="t" r="r" b="b"/>
              <a:pathLst>
                <a:path w="655684" h="698500">
                  <a:moveTo>
                    <a:pt x="645549" y="377427"/>
                  </a:moveTo>
                  <a:lnTo>
                    <a:pt x="475137" y="670323"/>
                  </a:lnTo>
                  <a:cubicBezTo>
                    <a:pt x="464987" y="687768"/>
                    <a:pt x="446327" y="698500"/>
                    <a:pt x="426144" y="698500"/>
                  </a:cubicBezTo>
                  <a:lnTo>
                    <a:pt x="229539" y="698500"/>
                  </a:lnTo>
                  <a:cubicBezTo>
                    <a:pt x="209356" y="698500"/>
                    <a:pt x="190696" y="687768"/>
                    <a:pt x="180546" y="670323"/>
                  </a:cubicBezTo>
                  <a:lnTo>
                    <a:pt x="10134" y="377427"/>
                  </a:lnTo>
                  <a:cubicBezTo>
                    <a:pt x="0" y="360009"/>
                    <a:pt x="0" y="338491"/>
                    <a:pt x="10134" y="321073"/>
                  </a:cubicBezTo>
                  <a:lnTo>
                    <a:pt x="180546" y="28177"/>
                  </a:lnTo>
                  <a:cubicBezTo>
                    <a:pt x="190696" y="10732"/>
                    <a:pt x="209356" y="0"/>
                    <a:pt x="229539" y="0"/>
                  </a:cubicBezTo>
                  <a:lnTo>
                    <a:pt x="426144" y="0"/>
                  </a:lnTo>
                  <a:cubicBezTo>
                    <a:pt x="446327" y="0"/>
                    <a:pt x="464987" y="10732"/>
                    <a:pt x="475137" y="28177"/>
                  </a:cubicBezTo>
                  <a:lnTo>
                    <a:pt x="645549" y="321073"/>
                  </a:lnTo>
                  <a:cubicBezTo>
                    <a:pt x="655683" y="338491"/>
                    <a:pt x="655683" y="360009"/>
                    <a:pt x="645549" y="377427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2C879EB3-0DCD-81E3-5DD6-CD9B4EA773EC}"/>
                </a:ext>
              </a:extLst>
            </p:cNvPr>
            <p:cNvSpPr txBox="1"/>
            <p:nvPr/>
          </p:nvSpPr>
          <p:spPr>
            <a:xfrm>
              <a:off x="114300" y="-38100"/>
              <a:ext cx="43960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F2BF7F9E-16B8-5D66-0344-952BF626B629}"/>
              </a:ext>
            </a:extLst>
          </p:cNvPr>
          <p:cNvGrpSpPr/>
          <p:nvPr/>
        </p:nvGrpSpPr>
        <p:grpSpPr>
          <a:xfrm>
            <a:off x="16137534" y="-2371094"/>
            <a:ext cx="5091140" cy="3171194"/>
            <a:chOff x="0" y="0"/>
            <a:chExt cx="793214" cy="698500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8EC5DB1-C8B0-0266-5BAB-8B2D8E679641}"/>
                </a:ext>
              </a:extLst>
            </p:cNvPr>
            <p:cNvSpPr/>
            <p:nvPr/>
          </p:nvSpPr>
          <p:spPr>
            <a:xfrm>
              <a:off x="5655" y="0"/>
              <a:ext cx="781904" cy="698500"/>
            </a:xfrm>
            <a:custGeom>
              <a:avLst/>
              <a:gdLst/>
              <a:ahLst/>
              <a:cxnLst/>
              <a:rect l="l" t="t" r="r" b="b"/>
              <a:pathLst>
                <a:path w="781904" h="698500">
                  <a:moveTo>
                    <a:pt x="772749" y="374704"/>
                  </a:moveTo>
                  <a:lnTo>
                    <a:pt x="599169" y="673046"/>
                  </a:lnTo>
                  <a:cubicBezTo>
                    <a:pt x="589999" y="688805"/>
                    <a:pt x="573142" y="698500"/>
                    <a:pt x="554910" y="698500"/>
                  </a:cubicBezTo>
                  <a:lnTo>
                    <a:pt x="226994" y="698500"/>
                  </a:lnTo>
                  <a:cubicBezTo>
                    <a:pt x="208762" y="698500"/>
                    <a:pt x="191904" y="688805"/>
                    <a:pt x="182735" y="673046"/>
                  </a:cubicBezTo>
                  <a:lnTo>
                    <a:pt x="9155" y="374704"/>
                  </a:lnTo>
                  <a:cubicBezTo>
                    <a:pt x="0" y="358969"/>
                    <a:pt x="0" y="339531"/>
                    <a:pt x="9155" y="323796"/>
                  </a:cubicBezTo>
                  <a:lnTo>
                    <a:pt x="182735" y="25454"/>
                  </a:lnTo>
                  <a:cubicBezTo>
                    <a:pt x="191904" y="9695"/>
                    <a:pt x="208762" y="0"/>
                    <a:pt x="226994" y="0"/>
                  </a:cubicBezTo>
                  <a:lnTo>
                    <a:pt x="554910" y="0"/>
                  </a:lnTo>
                  <a:cubicBezTo>
                    <a:pt x="573142" y="0"/>
                    <a:pt x="589999" y="9695"/>
                    <a:pt x="599169" y="25454"/>
                  </a:cubicBezTo>
                  <a:lnTo>
                    <a:pt x="772749" y="323796"/>
                  </a:lnTo>
                  <a:cubicBezTo>
                    <a:pt x="781904" y="339531"/>
                    <a:pt x="781904" y="358969"/>
                    <a:pt x="772749" y="374704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2476BF03-8B7B-8968-1E56-E90022553969}"/>
                </a:ext>
              </a:extLst>
            </p:cNvPr>
            <p:cNvSpPr txBox="1"/>
            <p:nvPr/>
          </p:nvSpPr>
          <p:spPr>
            <a:xfrm>
              <a:off x="114300" y="-38100"/>
              <a:ext cx="56461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B4DD472D-3B08-A5A4-775C-12BDFFA0524E}"/>
              </a:ext>
            </a:extLst>
          </p:cNvPr>
          <p:cNvGrpSpPr/>
          <p:nvPr/>
        </p:nvGrpSpPr>
        <p:grpSpPr>
          <a:xfrm>
            <a:off x="15545772" y="9714689"/>
            <a:ext cx="5195427" cy="3616322"/>
            <a:chOff x="0" y="0"/>
            <a:chExt cx="1003507" cy="698500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5F57CB52-1436-352B-6680-26FC051D402B}"/>
                </a:ext>
              </a:extLst>
            </p:cNvPr>
            <p:cNvSpPr/>
            <p:nvPr/>
          </p:nvSpPr>
          <p:spPr>
            <a:xfrm>
              <a:off x="7154" y="0"/>
              <a:ext cx="989200" cy="698500"/>
            </a:xfrm>
            <a:custGeom>
              <a:avLst/>
              <a:gdLst/>
              <a:ahLst/>
              <a:cxnLst/>
              <a:rect l="l" t="t" r="r" b="b"/>
              <a:pathLst>
                <a:path w="989200" h="698500">
                  <a:moveTo>
                    <a:pt x="977619" y="381450"/>
                  </a:moveTo>
                  <a:lnTo>
                    <a:pt x="811888" y="666300"/>
                  </a:lnTo>
                  <a:cubicBezTo>
                    <a:pt x="800289" y="686236"/>
                    <a:pt x="778964" y="698500"/>
                    <a:pt x="755900" y="698500"/>
                  </a:cubicBezTo>
                  <a:lnTo>
                    <a:pt x="233300" y="698500"/>
                  </a:lnTo>
                  <a:cubicBezTo>
                    <a:pt x="210235" y="698500"/>
                    <a:pt x="188910" y="686236"/>
                    <a:pt x="177311" y="666300"/>
                  </a:cubicBezTo>
                  <a:lnTo>
                    <a:pt x="11581" y="381450"/>
                  </a:lnTo>
                  <a:cubicBezTo>
                    <a:pt x="0" y="361545"/>
                    <a:pt x="0" y="336955"/>
                    <a:pt x="11581" y="317050"/>
                  </a:cubicBezTo>
                  <a:lnTo>
                    <a:pt x="177311" y="32200"/>
                  </a:lnTo>
                  <a:cubicBezTo>
                    <a:pt x="188910" y="12264"/>
                    <a:pt x="210235" y="0"/>
                    <a:pt x="233300" y="0"/>
                  </a:cubicBezTo>
                  <a:lnTo>
                    <a:pt x="755900" y="0"/>
                  </a:lnTo>
                  <a:cubicBezTo>
                    <a:pt x="778964" y="0"/>
                    <a:pt x="800289" y="12264"/>
                    <a:pt x="811888" y="32200"/>
                  </a:cubicBezTo>
                  <a:lnTo>
                    <a:pt x="977619" y="317050"/>
                  </a:lnTo>
                  <a:cubicBezTo>
                    <a:pt x="989200" y="336955"/>
                    <a:pt x="989200" y="361545"/>
                    <a:pt x="977619" y="381450"/>
                  </a:cubicBezTo>
                  <a:close/>
                </a:path>
              </a:pathLst>
            </a:custGeom>
            <a:solidFill>
              <a:srgbClr val="EDF0EF"/>
            </a:solidFill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D49B821-B7B5-106D-D033-F54DE0B36BC0}"/>
                </a:ext>
              </a:extLst>
            </p:cNvPr>
            <p:cNvSpPr txBox="1"/>
            <p:nvPr/>
          </p:nvSpPr>
          <p:spPr>
            <a:xfrm>
              <a:off x="114300" y="-38100"/>
              <a:ext cx="774907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Freeform 35">
            <a:extLst>
              <a:ext uri="{FF2B5EF4-FFF2-40B4-BE49-F238E27FC236}">
                <a16:creationId xmlns:a16="http://schemas.microsoft.com/office/drawing/2014/main" id="{CBF5901E-EA0E-3743-956E-16CEA8A308D3}"/>
              </a:ext>
            </a:extLst>
          </p:cNvPr>
          <p:cNvSpPr/>
          <p:nvPr/>
        </p:nvSpPr>
        <p:spPr>
          <a:xfrm>
            <a:off x="17031166" y="5203313"/>
            <a:ext cx="741417" cy="185354"/>
          </a:xfrm>
          <a:custGeom>
            <a:avLst/>
            <a:gdLst/>
            <a:ahLst/>
            <a:cxnLst/>
            <a:rect l="l" t="t" r="r" b="b"/>
            <a:pathLst>
              <a:path w="741417" h="185354">
                <a:moveTo>
                  <a:pt x="0" y="0"/>
                </a:moveTo>
                <a:lnTo>
                  <a:pt x="741417" y="0"/>
                </a:lnTo>
                <a:lnTo>
                  <a:pt x="741417" y="185355"/>
                </a:lnTo>
                <a:lnTo>
                  <a:pt x="0" y="185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753A9E7D-B361-4D41-BC91-EB9B216CF797}"/>
              </a:ext>
            </a:extLst>
          </p:cNvPr>
          <p:cNvGrpSpPr/>
          <p:nvPr/>
        </p:nvGrpSpPr>
        <p:grpSpPr>
          <a:xfrm>
            <a:off x="16879382" y="9430708"/>
            <a:ext cx="3207045" cy="2165678"/>
            <a:chOff x="0" y="0"/>
            <a:chExt cx="1034374" cy="6985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FBE392D-1A9F-7036-0243-1649B3973A5D}"/>
                </a:ext>
              </a:extLst>
            </p:cNvPr>
            <p:cNvSpPr/>
            <p:nvPr/>
          </p:nvSpPr>
          <p:spPr>
            <a:xfrm>
              <a:off x="11589" y="0"/>
              <a:ext cx="1011196" cy="698500"/>
            </a:xfrm>
            <a:custGeom>
              <a:avLst/>
              <a:gdLst/>
              <a:ahLst/>
              <a:cxnLst/>
              <a:rect l="l" t="t" r="r" b="b"/>
              <a:pathLst>
                <a:path w="1011196" h="698500">
                  <a:moveTo>
                    <a:pt x="992435" y="401414"/>
                  </a:moveTo>
                  <a:lnTo>
                    <a:pt x="849935" y="646336"/>
                  </a:lnTo>
                  <a:cubicBezTo>
                    <a:pt x="831145" y="678632"/>
                    <a:pt x="796599" y="698500"/>
                    <a:pt x="759234" y="698500"/>
                  </a:cubicBezTo>
                  <a:lnTo>
                    <a:pt x="251962" y="698500"/>
                  </a:lnTo>
                  <a:cubicBezTo>
                    <a:pt x="214597" y="698500"/>
                    <a:pt x="180051" y="678632"/>
                    <a:pt x="161261" y="646336"/>
                  </a:cubicBezTo>
                  <a:lnTo>
                    <a:pt x="18761" y="401414"/>
                  </a:lnTo>
                  <a:cubicBezTo>
                    <a:pt x="0" y="369168"/>
                    <a:pt x="0" y="329332"/>
                    <a:pt x="18761" y="297086"/>
                  </a:cubicBezTo>
                  <a:lnTo>
                    <a:pt x="161261" y="52164"/>
                  </a:lnTo>
                  <a:cubicBezTo>
                    <a:pt x="180051" y="19868"/>
                    <a:pt x="214597" y="0"/>
                    <a:pt x="251962" y="0"/>
                  </a:cubicBezTo>
                  <a:lnTo>
                    <a:pt x="759234" y="0"/>
                  </a:lnTo>
                  <a:cubicBezTo>
                    <a:pt x="796599" y="0"/>
                    <a:pt x="831145" y="19868"/>
                    <a:pt x="849935" y="52164"/>
                  </a:cubicBezTo>
                  <a:lnTo>
                    <a:pt x="992435" y="297086"/>
                  </a:lnTo>
                  <a:cubicBezTo>
                    <a:pt x="1011196" y="329332"/>
                    <a:pt x="1011196" y="369168"/>
                    <a:pt x="992435" y="401414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A1C474AE-04BC-3173-B184-29161ACCCFAD}"/>
                </a:ext>
              </a:extLst>
            </p:cNvPr>
            <p:cNvSpPr txBox="1"/>
            <p:nvPr/>
          </p:nvSpPr>
          <p:spPr>
            <a:xfrm>
              <a:off x="114300" y="-38100"/>
              <a:ext cx="80577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7" name="Group 47">
            <a:extLst>
              <a:ext uri="{FF2B5EF4-FFF2-40B4-BE49-F238E27FC236}">
                <a16:creationId xmlns:a16="http://schemas.microsoft.com/office/drawing/2014/main" id="{602804C7-DF7E-5659-BC33-40A0485086C1}"/>
              </a:ext>
            </a:extLst>
          </p:cNvPr>
          <p:cNvGrpSpPr/>
          <p:nvPr/>
        </p:nvGrpSpPr>
        <p:grpSpPr>
          <a:xfrm>
            <a:off x="-3881030" y="1996214"/>
            <a:ext cx="4477612" cy="2482363"/>
            <a:chOff x="0" y="0"/>
            <a:chExt cx="1259934" cy="698500"/>
          </a:xfrm>
        </p:grpSpPr>
        <p:sp>
          <p:nvSpPr>
            <p:cNvPr id="48" name="Freeform 48">
              <a:extLst>
                <a:ext uri="{FF2B5EF4-FFF2-40B4-BE49-F238E27FC236}">
                  <a16:creationId xmlns:a16="http://schemas.microsoft.com/office/drawing/2014/main" id="{E45F5432-EF45-84D4-07AB-A5D23FD7BA67}"/>
                </a:ext>
              </a:extLst>
            </p:cNvPr>
            <p:cNvSpPr/>
            <p:nvPr/>
          </p:nvSpPr>
          <p:spPr>
            <a:xfrm>
              <a:off x="8300" y="0"/>
              <a:ext cx="1243333" cy="698500"/>
            </a:xfrm>
            <a:custGeom>
              <a:avLst/>
              <a:gdLst/>
              <a:ahLst/>
              <a:cxnLst/>
              <a:rect l="l" t="t" r="r" b="b"/>
              <a:pathLst>
                <a:path w="1243333" h="698500">
                  <a:moveTo>
                    <a:pt x="1229896" y="386612"/>
                  </a:moveTo>
                  <a:lnTo>
                    <a:pt x="1070171" y="661138"/>
                  </a:lnTo>
                  <a:cubicBezTo>
                    <a:pt x="1056713" y="684270"/>
                    <a:pt x="1031970" y="698500"/>
                    <a:pt x="1005208" y="698500"/>
                  </a:cubicBezTo>
                  <a:lnTo>
                    <a:pt x="238126" y="698500"/>
                  </a:lnTo>
                  <a:cubicBezTo>
                    <a:pt x="211364" y="698500"/>
                    <a:pt x="186620" y="684270"/>
                    <a:pt x="173162" y="661138"/>
                  </a:cubicBezTo>
                  <a:lnTo>
                    <a:pt x="13438" y="386612"/>
                  </a:lnTo>
                  <a:cubicBezTo>
                    <a:pt x="0" y="363516"/>
                    <a:pt x="0" y="334984"/>
                    <a:pt x="13438" y="311888"/>
                  </a:cubicBezTo>
                  <a:lnTo>
                    <a:pt x="173162" y="37362"/>
                  </a:lnTo>
                  <a:cubicBezTo>
                    <a:pt x="186620" y="14230"/>
                    <a:pt x="211364" y="0"/>
                    <a:pt x="238126" y="0"/>
                  </a:cubicBezTo>
                  <a:lnTo>
                    <a:pt x="1005208" y="0"/>
                  </a:lnTo>
                  <a:cubicBezTo>
                    <a:pt x="1031970" y="0"/>
                    <a:pt x="1056713" y="14230"/>
                    <a:pt x="1070171" y="37362"/>
                  </a:cubicBezTo>
                  <a:lnTo>
                    <a:pt x="1229896" y="311888"/>
                  </a:lnTo>
                  <a:cubicBezTo>
                    <a:pt x="1243333" y="334984"/>
                    <a:pt x="1243333" y="363516"/>
                    <a:pt x="1229896" y="386612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9" name="TextBox 49">
              <a:extLst>
                <a:ext uri="{FF2B5EF4-FFF2-40B4-BE49-F238E27FC236}">
                  <a16:creationId xmlns:a16="http://schemas.microsoft.com/office/drawing/2014/main" id="{0F34C3FD-B2E1-3F3F-9D7E-6B382E7A12B8}"/>
                </a:ext>
              </a:extLst>
            </p:cNvPr>
            <p:cNvSpPr txBox="1"/>
            <p:nvPr/>
          </p:nvSpPr>
          <p:spPr>
            <a:xfrm>
              <a:off x="114300" y="-38100"/>
              <a:ext cx="103133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3" name="TextBox 53">
            <a:extLst>
              <a:ext uri="{FF2B5EF4-FFF2-40B4-BE49-F238E27FC236}">
                <a16:creationId xmlns:a16="http://schemas.microsoft.com/office/drawing/2014/main" id="{F9E2056A-D785-965A-5F4F-31951767CA5B}"/>
              </a:ext>
            </a:extLst>
          </p:cNvPr>
          <p:cNvSpPr txBox="1"/>
          <p:nvPr/>
        </p:nvSpPr>
        <p:spPr>
          <a:xfrm>
            <a:off x="1230408" y="7211579"/>
            <a:ext cx="2353523" cy="32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6"/>
              </a:lnSpc>
            </a:pPr>
            <a:r>
              <a:rPr lang="en-US" sz="2400" b="1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MISSION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5A09B31-88DD-1A85-E0AA-F921B6653948}"/>
              </a:ext>
            </a:extLst>
          </p:cNvPr>
          <p:cNvSpPr txBox="1"/>
          <p:nvPr/>
        </p:nvSpPr>
        <p:spPr>
          <a:xfrm>
            <a:off x="369513" y="621622"/>
            <a:ext cx="39738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Analysis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40A6A43-0524-80EF-970A-247630A05C08}"/>
              </a:ext>
            </a:extLst>
          </p:cNvPr>
          <p:cNvSpPr txBox="1"/>
          <p:nvPr/>
        </p:nvSpPr>
        <p:spPr>
          <a:xfrm>
            <a:off x="6739897" y="1048672"/>
            <a:ext cx="52292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of  Components</a:t>
            </a:r>
            <a:endParaRPr lang="en-US" sz="36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89073E-F603-3FC1-9B7C-6F3427324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477345"/>
              </p:ext>
            </p:extLst>
          </p:nvPr>
        </p:nvGraphicFramePr>
        <p:xfrm>
          <a:off x="1104012" y="2533906"/>
          <a:ext cx="15346664" cy="7214441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{BDBED569-4797-4DF1-A0F4-6AAB3CD982D8}</a:tableStyleId>
              </a:tblPr>
              <a:tblGrid>
                <a:gridCol w="2368853">
                  <a:extLst>
                    <a:ext uri="{9D8B030D-6E8A-4147-A177-3AD203B41FA5}">
                      <a16:colId xmlns:a16="http://schemas.microsoft.com/office/drawing/2014/main" val="52738384"/>
                    </a:ext>
                  </a:extLst>
                </a:gridCol>
                <a:gridCol w="5069736">
                  <a:extLst>
                    <a:ext uri="{9D8B030D-6E8A-4147-A177-3AD203B41FA5}">
                      <a16:colId xmlns:a16="http://schemas.microsoft.com/office/drawing/2014/main" val="2631262544"/>
                    </a:ext>
                  </a:extLst>
                </a:gridCol>
                <a:gridCol w="2472389">
                  <a:extLst>
                    <a:ext uri="{9D8B030D-6E8A-4147-A177-3AD203B41FA5}">
                      <a16:colId xmlns:a16="http://schemas.microsoft.com/office/drawing/2014/main" val="3970211864"/>
                    </a:ext>
                  </a:extLst>
                </a:gridCol>
                <a:gridCol w="2645545">
                  <a:extLst>
                    <a:ext uri="{9D8B030D-6E8A-4147-A177-3AD203B41FA5}">
                      <a16:colId xmlns:a16="http://schemas.microsoft.com/office/drawing/2014/main" val="734273252"/>
                    </a:ext>
                  </a:extLst>
                </a:gridCol>
                <a:gridCol w="2790141">
                  <a:extLst>
                    <a:ext uri="{9D8B030D-6E8A-4147-A177-3AD203B41FA5}">
                      <a16:colId xmlns:a16="http://schemas.microsoft.com/office/drawing/2014/main" val="3424747578"/>
                    </a:ext>
                  </a:extLst>
                </a:gridCol>
              </a:tblGrid>
              <a:tr h="158266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65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 </a:t>
                      </a:r>
                    </a:p>
                    <a:p>
                      <a:pPr marL="5715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25">
                          <a:effectLst/>
                        </a:rPr>
                        <a:t>SL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65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</a:p>
                    <a:p>
                      <a:pPr marL="3810" marR="63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10" dirty="0">
                          <a:effectLst/>
                        </a:rPr>
                        <a:t>Component</a:t>
                      </a:r>
                      <a:endParaRPr lang="en-US" sz="2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65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 </a:t>
                      </a:r>
                    </a:p>
                    <a:p>
                      <a:pPr marL="4445" marR="127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25">
                          <a:effectLst/>
                        </a:rPr>
                        <a:t>Qty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6390" marR="128270" indent="-187960" algn="l">
                        <a:lnSpc>
                          <a:spcPct val="107000"/>
                        </a:lnSpc>
                        <a:spcBef>
                          <a:spcPts val="760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Unit</a:t>
                      </a:r>
                      <a:r>
                        <a:rPr lang="en-US" sz="2800" kern="100" spc="-75">
                          <a:effectLst/>
                        </a:rPr>
                        <a:t> </a:t>
                      </a:r>
                      <a:r>
                        <a:rPr lang="en-US" sz="2800" kern="100">
                          <a:effectLst/>
                        </a:rPr>
                        <a:t>Price </a:t>
                      </a:r>
                      <a:r>
                        <a:rPr lang="en-US" sz="2800" kern="100" spc="-20">
                          <a:effectLst/>
                        </a:rPr>
                        <a:t>(Tk)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65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 </a:t>
                      </a:r>
                    </a:p>
                    <a:p>
                      <a:pPr marL="3175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Total</a:t>
                      </a:r>
                      <a:r>
                        <a:rPr lang="en-US" sz="2800" kern="100" spc="-10">
                          <a:effectLst/>
                        </a:rPr>
                        <a:t> </a:t>
                      </a:r>
                      <a:r>
                        <a:rPr lang="en-US" sz="2800" kern="100" spc="-20">
                          <a:effectLst/>
                        </a:rPr>
                        <a:t>(Tk)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33290126"/>
                  </a:ext>
                </a:extLst>
              </a:tr>
              <a:tr h="711830">
                <a:tc>
                  <a:txBody>
                    <a:bodyPr/>
                    <a:lstStyle/>
                    <a:p>
                      <a:pPr marL="5715" marR="1270" algn="ctr">
                        <a:lnSpc>
                          <a:spcPct val="107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50">
                          <a:effectLst/>
                        </a:rPr>
                        <a:t>1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" marR="2540" algn="ctr">
                        <a:lnSpc>
                          <a:spcPct val="107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3D printed Conveyor belt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marR="0" algn="ctr">
                        <a:lnSpc>
                          <a:spcPct val="107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50">
                          <a:effectLst/>
                        </a:rPr>
                        <a:t>1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marR="0" algn="ctr">
                        <a:lnSpc>
                          <a:spcPct val="107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25">
                          <a:effectLst/>
                        </a:rPr>
                        <a:t>4500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marR="0" algn="ctr">
                        <a:lnSpc>
                          <a:spcPct val="107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25">
                          <a:effectLst/>
                        </a:rPr>
                        <a:t>4500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929218276"/>
                  </a:ext>
                </a:extLst>
              </a:tr>
              <a:tr h="711830">
                <a:tc>
                  <a:txBody>
                    <a:bodyPr/>
                    <a:lstStyle/>
                    <a:p>
                      <a:pPr marL="5715" marR="1270" algn="ctr">
                        <a:lnSpc>
                          <a:spcPct val="107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50">
                          <a:effectLst/>
                        </a:rPr>
                        <a:t>2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" marR="3175" algn="ctr">
                        <a:lnSpc>
                          <a:spcPct val="107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Gear</a:t>
                      </a:r>
                      <a:r>
                        <a:rPr lang="en-US" sz="2800" kern="100" spc="-15">
                          <a:effectLst/>
                        </a:rPr>
                        <a:t> </a:t>
                      </a:r>
                      <a:r>
                        <a:rPr lang="en-US" sz="2800" kern="100" spc="-10">
                          <a:effectLst/>
                        </a:rPr>
                        <a:t>motor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marR="0" algn="ctr">
                        <a:lnSpc>
                          <a:spcPct val="107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50">
                          <a:effectLst/>
                        </a:rPr>
                        <a:t>1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marR="0" algn="ctr">
                        <a:lnSpc>
                          <a:spcPct val="107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20">
                          <a:effectLst/>
                        </a:rPr>
                        <a:t>1000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marR="0" algn="ctr">
                        <a:lnSpc>
                          <a:spcPct val="107000"/>
                        </a:lnSpc>
                        <a:spcBef>
                          <a:spcPts val="270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20">
                          <a:effectLst/>
                        </a:rPr>
                        <a:t>1000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72952447"/>
                  </a:ext>
                </a:extLst>
              </a:tr>
              <a:tr h="796880">
                <a:tc>
                  <a:txBody>
                    <a:bodyPr/>
                    <a:lstStyle/>
                    <a:p>
                      <a:pPr marL="5715" marR="1270" algn="ctr">
                        <a:lnSpc>
                          <a:spcPct val="107000"/>
                        </a:lnSpc>
                        <a:spcBef>
                          <a:spcPts val="390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50">
                          <a:effectLst/>
                        </a:rPr>
                        <a:t>3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" marR="2540" algn="ctr">
                        <a:lnSpc>
                          <a:spcPct val="107000"/>
                        </a:lnSpc>
                        <a:spcBef>
                          <a:spcPts val="390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Servo</a:t>
                      </a:r>
                      <a:r>
                        <a:rPr lang="en-US" sz="2800" kern="100" spc="-5">
                          <a:effectLst/>
                        </a:rPr>
                        <a:t> </a:t>
                      </a:r>
                      <a:r>
                        <a:rPr lang="en-US" sz="2800" kern="100">
                          <a:effectLst/>
                        </a:rPr>
                        <a:t>motor </a:t>
                      </a:r>
                      <a:r>
                        <a:rPr lang="en-US" sz="2800" kern="100" spc="-10">
                          <a:effectLst/>
                        </a:rPr>
                        <a:t>mg996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marR="0" algn="ctr">
                        <a:lnSpc>
                          <a:spcPct val="107000"/>
                        </a:lnSpc>
                        <a:spcBef>
                          <a:spcPts val="390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50">
                          <a:effectLst/>
                        </a:rPr>
                        <a:t>1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marR="0" algn="ctr">
                        <a:lnSpc>
                          <a:spcPct val="107000"/>
                        </a:lnSpc>
                        <a:spcBef>
                          <a:spcPts val="390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25">
                          <a:effectLst/>
                        </a:rPr>
                        <a:t>600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marR="0" algn="ctr">
                        <a:lnSpc>
                          <a:spcPct val="107000"/>
                        </a:lnSpc>
                        <a:spcBef>
                          <a:spcPts val="390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20">
                          <a:effectLst/>
                        </a:rPr>
                        <a:t>600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97541915"/>
                  </a:ext>
                </a:extLst>
              </a:tr>
              <a:tr h="682247">
                <a:tc>
                  <a:txBody>
                    <a:bodyPr/>
                    <a:lstStyle/>
                    <a:p>
                      <a:pPr marL="5715" marR="1270" algn="ctr">
                        <a:lnSpc>
                          <a:spcPct val="107000"/>
                        </a:lnSpc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50">
                          <a:effectLst/>
                        </a:rPr>
                        <a:t>4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" marR="635" algn="ctr">
                        <a:lnSpc>
                          <a:spcPct val="107000"/>
                        </a:lnSpc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Microcontroller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marR="0" algn="ctr">
                        <a:lnSpc>
                          <a:spcPct val="107000"/>
                        </a:lnSpc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50">
                          <a:effectLst/>
                        </a:rPr>
                        <a:t>1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marR="0" algn="ctr">
                        <a:lnSpc>
                          <a:spcPct val="107000"/>
                        </a:lnSpc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25">
                          <a:effectLst/>
                        </a:rPr>
                        <a:t>80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marR="0" algn="l">
                        <a:lnSpc>
                          <a:spcPct val="107000"/>
                        </a:lnSpc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25">
                          <a:effectLst/>
                        </a:rPr>
                        <a:t>          1000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64755313"/>
                  </a:ext>
                </a:extLst>
              </a:tr>
              <a:tr h="682247">
                <a:tc>
                  <a:txBody>
                    <a:bodyPr/>
                    <a:lstStyle/>
                    <a:p>
                      <a:pPr marL="5715" marR="1270" algn="ctr">
                        <a:lnSpc>
                          <a:spcPct val="107000"/>
                        </a:lnSpc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50">
                          <a:effectLst/>
                        </a:rPr>
                        <a:t>5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" marR="635" algn="ctr">
                        <a:lnSpc>
                          <a:spcPct val="107000"/>
                        </a:lnSpc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Wood frame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marR="0" algn="ctr">
                        <a:lnSpc>
                          <a:spcPct val="107000"/>
                        </a:lnSpc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50">
                          <a:effectLst/>
                        </a:rPr>
                        <a:t>1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marR="0" algn="ctr">
                        <a:lnSpc>
                          <a:spcPct val="107000"/>
                        </a:lnSpc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25">
                          <a:effectLst/>
                        </a:rPr>
                        <a:t>200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marR="0" algn="l">
                        <a:lnSpc>
                          <a:spcPct val="107000"/>
                        </a:lnSpc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25">
                          <a:effectLst/>
                        </a:rPr>
                        <a:t>           200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92653891"/>
                  </a:ext>
                </a:extLst>
              </a:tr>
              <a:tr h="682247">
                <a:tc>
                  <a:txBody>
                    <a:bodyPr/>
                    <a:lstStyle/>
                    <a:p>
                      <a:pPr marL="5715" marR="1270" algn="ctr">
                        <a:lnSpc>
                          <a:spcPct val="107000"/>
                        </a:lnSpc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50">
                          <a:effectLst/>
                        </a:rPr>
                        <a:t>6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" marR="635" algn="ctr">
                        <a:lnSpc>
                          <a:spcPct val="107000"/>
                        </a:lnSpc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Wires, cables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marR="0" algn="ctr">
                        <a:lnSpc>
                          <a:spcPct val="107000"/>
                        </a:lnSpc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50">
                          <a:effectLst/>
                        </a:rPr>
                        <a:t> 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marR="0" algn="ctr">
                        <a:lnSpc>
                          <a:spcPct val="107000"/>
                        </a:lnSpc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25">
                          <a:effectLst/>
                        </a:rPr>
                        <a:t>400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marR="0" algn="l">
                        <a:lnSpc>
                          <a:spcPct val="107000"/>
                        </a:lnSpc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25">
                          <a:effectLst/>
                        </a:rPr>
                        <a:t>           300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65112725"/>
                  </a:ext>
                </a:extLst>
              </a:tr>
              <a:tr h="682247">
                <a:tc>
                  <a:txBody>
                    <a:bodyPr/>
                    <a:lstStyle/>
                    <a:p>
                      <a:pPr marL="5715" marR="1270" algn="ctr">
                        <a:lnSpc>
                          <a:spcPct val="107000"/>
                        </a:lnSpc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50">
                          <a:effectLst/>
                        </a:rPr>
                        <a:t>7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" marR="635" algn="ctr">
                        <a:lnSpc>
                          <a:spcPct val="107000"/>
                        </a:lnSpc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>
                          <a:effectLst/>
                        </a:rPr>
                        <a:t>Power supply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marR="0" algn="ctr">
                        <a:lnSpc>
                          <a:spcPct val="107000"/>
                        </a:lnSpc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50">
                          <a:effectLst/>
                        </a:rPr>
                        <a:t> 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marR="0" algn="ctr">
                        <a:lnSpc>
                          <a:spcPct val="107000"/>
                        </a:lnSpc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25">
                          <a:effectLst/>
                        </a:rPr>
                        <a:t>500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marR="0" algn="l">
                        <a:lnSpc>
                          <a:spcPct val="107000"/>
                        </a:lnSpc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25">
                          <a:effectLst/>
                        </a:rPr>
                        <a:t>           400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38078101"/>
                  </a:ext>
                </a:extLst>
              </a:tr>
              <a:tr h="682247">
                <a:tc>
                  <a:txBody>
                    <a:bodyPr/>
                    <a:lstStyle/>
                    <a:p>
                      <a:pPr marL="5715" marR="1270" algn="ctr">
                        <a:lnSpc>
                          <a:spcPct val="107000"/>
                        </a:lnSpc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50">
                          <a:effectLst/>
                        </a:rPr>
                        <a:t> 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" marR="635" algn="ctr">
                        <a:lnSpc>
                          <a:spcPct val="107000"/>
                        </a:lnSpc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</a:rPr>
                        <a:t>Total Cost</a:t>
                      </a:r>
                      <a:endParaRPr lang="en-US" sz="2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marR="0" algn="ctr">
                        <a:lnSpc>
                          <a:spcPct val="107000"/>
                        </a:lnSpc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50" dirty="0">
                          <a:effectLst/>
                        </a:rPr>
                        <a:t> </a:t>
                      </a:r>
                      <a:endParaRPr lang="en-US" sz="2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marR="0" algn="ctr">
                        <a:lnSpc>
                          <a:spcPct val="107000"/>
                        </a:lnSpc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25">
                          <a:effectLst/>
                        </a:rPr>
                        <a:t> 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marR="0" algn="l">
                        <a:lnSpc>
                          <a:spcPct val="107000"/>
                        </a:lnSpc>
                        <a:spcBef>
                          <a:spcPts val="235"/>
                        </a:spcBef>
                        <a:spcAft>
                          <a:spcPts val="0"/>
                        </a:spcAft>
                      </a:pPr>
                      <a:r>
                        <a:rPr lang="en-US" sz="2800" kern="100" spc="-25" dirty="0">
                          <a:effectLst/>
                        </a:rPr>
                        <a:t>         8000</a:t>
                      </a:r>
                      <a:endParaRPr lang="en-US" sz="2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9761315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9836C14-6657-C7F3-C01F-E6129AC09BA5}"/>
              </a:ext>
            </a:extLst>
          </p:cNvPr>
          <p:cNvSpPr txBox="1"/>
          <p:nvPr/>
        </p:nvSpPr>
        <p:spPr>
          <a:xfrm>
            <a:off x="1048511" y="1673048"/>
            <a:ext cx="33253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Phase: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979107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6D0E1-E662-F1B9-8C47-D97AA9A39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>
            <a:extLst>
              <a:ext uri="{FF2B5EF4-FFF2-40B4-BE49-F238E27FC236}">
                <a16:creationId xmlns:a16="http://schemas.microsoft.com/office/drawing/2014/main" id="{CF7740BA-EA59-E79F-83C0-F296066EBCA9}"/>
              </a:ext>
            </a:extLst>
          </p:cNvPr>
          <p:cNvGrpSpPr/>
          <p:nvPr/>
        </p:nvGrpSpPr>
        <p:grpSpPr>
          <a:xfrm>
            <a:off x="7239638" y="-2377142"/>
            <a:ext cx="9145730" cy="2948642"/>
            <a:chOff x="0" y="0"/>
            <a:chExt cx="1971842" cy="6985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A9EF9A7-F735-4C29-65F9-837C71BB26CB}"/>
                </a:ext>
              </a:extLst>
            </p:cNvPr>
            <p:cNvSpPr/>
            <p:nvPr/>
          </p:nvSpPr>
          <p:spPr>
            <a:xfrm>
              <a:off x="3641" y="0"/>
              <a:ext cx="1964561" cy="698500"/>
            </a:xfrm>
            <a:custGeom>
              <a:avLst/>
              <a:gdLst/>
              <a:ahLst/>
              <a:cxnLst/>
              <a:rect l="l" t="t" r="r" b="b"/>
              <a:pathLst>
                <a:path w="1964561" h="698500">
                  <a:moveTo>
                    <a:pt x="1958667" y="365637"/>
                  </a:moveTo>
                  <a:lnTo>
                    <a:pt x="1774536" y="682113"/>
                  </a:lnTo>
                  <a:cubicBezTo>
                    <a:pt x="1768633" y="692258"/>
                    <a:pt x="1757780" y="698500"/>
                    <a:pt x="1746042" y="698500"/>
                  </a:cubicBezTo>
                  <a:lnTo>
                    <a:pt x="218518" y="698500"/>
                  </a:lnTo>
                  <a:cubicBezTo>
                    <a:pt x="206780" y="698500"/>
                    <a:pt x="195928" y="692258"/>
                    <a:pt x="190025" y="682113"/>
                  </a:cubicBezTo>
                  <a:lnTo>
                    <a:pt x="5893" y="365637"/>
                  </a:lnTo>
                  <a:cubicBezTo>
                    <a:pt x="0" y="355507"/>
                    <a:pt x="0" y="342993"/>
                    <a:pt x="5893" y="332863"/>
                  </a:cubicBezTo>
                  <a:lnTo>
                    <a:pt x="190025" y="16387"/>
                  </a:lnTo>
                  <a:cubicBezTo>
                    <a:pt x="195928" y="6242"/>
                    <a:pt x="206780" y="0"/>
                    <a:pt x="218518" y="0"/>
                  </a:cubicBezTo>
                  <a:lnTo>
                    <a:pt x="1746042" y="0"/>
                  </a:lnTo>
                  <a:cubicBezTo>
                    <a:pt x="1757780" y="0"/>
                    <a:pt x="1768633" y="6242"/>
                    <a:pt x="1774536" y="16387"/>
                  </a:cubicBezTo>
                  <a:lnTo>
                    <a:pt x="1958667" y="332863"/>
                  </a:lnTo>
                  <a:cubicBezTo>
                    <a:pt x="1964561" y="342993"/>
                    <a:pt x="1964561" y="355507"/>
                    <a:pt x="1958667" y="365637"/>
                  </a:cubicBezTo>
                  <a:close/>
                </a:path>
              </a:pathLst>
            </a:custGeom>
            <a:solidFill>
              <a:srgbClr val="EDF0EF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CB0DCDDC-7876-F683-23D7-6191E54D6500}"/>
                </a:ext>
              </a:extLst>
            </p:cNvPr>
            <p:cNvSpPr txBox="1"/>
            <p:nvPr/>
          </p:nvSpPr>
          <p:spPr>
            <a:xfrm>
              <a:off x="114300" y="-38100"/>
              <a:ext cx="17432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01FEE33-9A8A-F621-E61A-CA4B4B883210}"/>
              </a:ext>
            </a:extLst>
          </p:cNvPr>
          <p:cNvGrpSpPr/>
          <p:nvPr/>
        </p:nvGrpSpPr>
        <p:grpSpPr>
          <a:xfrm>
            <a:off x="8064673" y="-1643030"/>
            <a:ext cx="6962716" cy="1833530"/>
            <a:chOff x="0" y="0"/>
            <a:chExt cx="2316153" cy="6985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06770F6-89B0-873D-0654-D1032C3B2640}"/>
                </a:ext>
              </a:extLst>
            </p:cNvPr>
            <p:cNvSpPr/>
            <p:nvPr/>
          </p:nvSpPr>
          <p:spPr>
            <a:xfrm>
              <a:off x="5338" y="0"/>
              <a:ext cx="2305477" cy="698500"/>
            </a:xfrm>
            <a:custGeom>
              <a:avLst/>
              <a:gdLst/>
              <a:ahLst/>
              <a:cxnLst/>
              <a:rect l="l" t="t" r="r" b="b"/>
              <a:pathLst>
                <a:path w="2305477" h="698500">
                  <a:moveTo>
                    <a:pt x="2296836" y="373277"/>
                  </a:moveTo>
                  <a:lnTo>
                    <a:pt x="2121595" y="674473"/>
                  </a:lnTo>
                  <a:cubicBezTo>
                    <a:pt x="2112940" y="689349"/>
                    <a:pt x="2097028" y="698500"/>
                    <a:pt x="2079817" y="698500"/>
                  </a:cubicBezTo>
                  <a:lnTo>
                    <a:pt x="225660" y="698500"/>
                  </a:lnTo>
                  <a:cubicBezTo>
                    <a:pt x="208450" y="698500"/>
                    <a:pt x="192538" y="689349"/>
                    <a:pt x="183883" y="674473"/>
                  </a:cubicBezTo>
                  <a:lnTo>
                    <a:pt x="8641" y="373277"/>
                  </a:lnTo>
                  <a:cubicBezTo>
                    <a:pt x="0" y="358424"/>
                    <a:pt x="0" y="340076"/>
                    <a:pt x="8641" y="325223"/>
                  </a:cubicBezTo>
                  <a:lnTo>
                    <a:pt x="183883" y="24027"/>
                  </a:lnTo>
                  <a:cubicBezTo>
                    <a:pt x="192538" y="9151"/>
                    <a:pt x="208450" y="0"/>
                    <a:pt x="225660" y="0"/>
                  </a:cubicBezTo>
                  <a:lnTo>
                    <a:pt x="2079817" y="0"/>
                  </a:lnTo>
                  <a:cubicBezTo>
                    <a:pt x="2097028" y="0"/>
                    <a:pt x="2112940" y="9151"/>
                    <a:pt x="2121595" y="24027"/>
                  </a:cubicBezTo>
                  <a:lnTo>
                    <a:pt x="2296836" y="325223"/>
                  </a:lnTo>
                  <a:cubicBezTo>
                    <a:pt x="2305477" y="340076"/>
                    <a:pt x="2305477" y="358424"/>
                    <a:pt x="2296836" y="373277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D6136A9C-495F-C87B-EB0F-63644D820B07}"/>
                </a:ext>
              </a:extLst>
            </p:cNvPr>
            <p:cNvSpPr txBox="1"/>
            <p:nvPr/>
          </p:nvSpPr>
          <p:spPr>
            <a:xfrm>
              <a:off x="114300" y="-38100"/>
              <a:ext cx="208755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A6D9182A-FBDC-976C-200B-8688412BC51A}"/>
              </a:ext>
            </a:extLst>
          </p:cNvPr>
          <p:cNvGrpSpPr/>
          <p:nvPr/>
        </p:nvGrpSpPr>
        <p:grpSpPr>
          <a:xfrm>
            <a:off x="14325600" y="-6373107"/>
            <a:ext cx="8621832" cy="7401807"/>
            <a:chOff x="0" y="0"/>
            <a:chExt cx="712319" cy="6985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25765D4E-89E6-0CA7-227C-A92378FFF64B}"/>
                </a:ext>
              </a:extLst>
            </p:cNvPr>
            <p:cNvSpPr/>
            <p:nvPr/>
          </p:nvSpPr>
          <p:spPr>
            <a:xfrm>
              <a:off x="3307" y="0"/>
              <a:ext cx="705706" cy="698500"/>
            </a:xfrm>
            <a:custGeom>
              <a:avLst/>
              <a:gdLst/>
              <a:ahLst/>
              <a:cxnLst/>
              <a:rect l="l" t="t" r="r" b="b"/>
              <a:pathLst>
                <a:path w="705706" h="698500">
                  <a:moveTo>
                    <a:pt x="700353" y="364133"/>
                  </a:moveTo>
                  <a:lnTo>
                    <a:pt x="514471" y="683617"/>
                  </a:lnTo>
                  <a:cubicBezTo>
                    <a:pt x="509110" y="692831"/>
                    <a:pt x="499254" y="698500"/>
                    <a:pt x="488593" y="698500"/>
                  </a:cubicBezTo>
                  <a:lnTo>
                    <a:pt x="217112" y="698500"/>
                  </a:lnTo>
                  <a:cubicBezTo>
                    <a:pt x="206451" y="698500"/>
                    <a:pt x="196595" y="692831"/>
                    <a:pt x="191234" y="683617"/>
                  </a:cubicBezTo>
                  <a:lnTo>
                    <a:pt x="5352" y="364133"/>
                  </a:lnTo>
                  <a:cubicBezTo>
                    <a:pt x="0" y="354933"/>
                    <a:pt x="0" y="343567"/>
                    <a:pt x="5352" y="334367"/>
                  </a:cubicBezTo>
                  <a:lnTo>
                    <a:pt x="191234" y="14883"/>
                  </a:lnTo>
                  <a:cubicBezTo>
                    <a:pt x="196595" y="5669"/>
                    <a:pt x="206451" y="0"/>
                    <a:pt x="217112" y="0"/>
                  </a:cubicBezTo>
                  <a:lnTo>
                    <a:pt x="488593" y="0"/>
                  </a:lnTo>
                  <a:cubicBezTo>
                    <a:pt x="499254" y="0"/>
                    <a:pt x="509110" y="5669"/>
                    <a:pt x="514471" y="14883"/>
                  </a:cubicBezTo>
                  <a:lnTo>
                    <a:pt x="700353" y="334367"/>
                  </a:lnTo>
                  <a:cubicBezTo>
                    <a:pt x="705705" y="343567"/>
                    <a:pt x="705705" y="354933"/>
                    <a:pt x="700353" y="364133"/>
                  </a:cubicBezTo>
                  <a:close/>
                </a:path>
              </a:pathLst>
            </a:custGeom>
            <a:solidFill>
              <a:srgbClr val="05697B"/>
            </a:solidFill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9AD67058-3C3E-D500-086A-584781EFE664}"/>
                </a:ext>
              </a:extLst>
            </p:cNvPr>
            <p:cNvSpPr txBox="1"/>
            <p:nvPr/>
          </p:nvSpPr>
          <p:spPr>
            <a:xfrm>
              <a:off x="114300" y="-38100"/>
              <a:ext cx="483719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AF5E3190-A78B-AA7F-8219-1064A4BB9A99}"/>
              </a:ext>
            </a:extLst>
          </p:cNvPr>
          <p:cNvGrpSpPr/>
          <p:nvPr/>
        </p:nvGrpSpPr>
        <p:grpSpPr>
          <a:xfrm>
            <a:off x="16200411" y="-3096191"/>
            <a:ext cx="4918926" cy="3684713"/>
            <a:chOff x="0" y="0"/>
            <a:chExt cx="668203" cy="6985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F77FB79-D22A-32E3-2986-66D1300ADEAC}"/>
                </a:ext>
              </a:extLst>
            </p:cNvPr>
            <p:cNvSpPr/>
            <p:nvPr/>
          </p:nvSpPr>
          <p:spPr>
            <a:xfrm>
              <a:off x="6260" y="0"/>
              <a:ext cx="655684" cy="698500"/>
            </a:xfrm>
            <a:custGeom>
              <a:avLst/>
              <a:gdLst/>
              <a:ahLst/>
              <a:cxnLst/>
              <a:rect l="l" t="t" r="r" b="b"/>
              <a:pathLst>
                <a:path w="655684" h="698500">
                  <a:moveTo>
                    <a:pt x="645549" y="377427"/>
                  </a:moveTo>
                  <a:lnTo>
                    <a:pt x="475137" y="670323"/>
                  </a:lnTo>
                  <a:cubicBezTo>
                    <a:pt x="464987" y="687768"/>
                    <a:pt x="446327" y="698500"/>
                    <a:pt x="426144" y="698500"/>
                  </a:cubicBezTo>
                  <a:lnTo>
                    <a:pt x="229539" y="698500"/>
                  </a:lnTo>
                  <a:cubicBezTo>
                    <a:pt x="209356" y="698500"/>
                    <a:pt x="190696" y="687768"/>
                    <a:pt x="180546" y="670323"/>
                  </a:cubicBezTo>
                  <a:lnTo>
                    <a:pt x="10134" y="377427"/>
                  </a:lnTo>
                  <a:cubicBezTo>
                    <a:pt x="0" y="360009"/>
                    <a:pt x="0" y="338491"/>
                    <a:pt x="10134" y="321073"/>
                  </a:cubicBezTo>
                  <a:lnTo>
                    <a:pt x="180546" y="28177"/>
                  </a:lnTo>
                  <a:cubicBezTo>
                    <a:pt x="190696" y="10732"/>
                    <a:pt x="209356" y="0"/>
                    <a:pt x="229539" y="0"/>
                  </a:cubicBezTo>
                  <a:lnTo>
                    <a:pt x="426144" y="0"/>
                  </a:lnTo>
                  <a:cubicBezTo>
                    <a:pt x="446327" y="0"/>
                    <a:pt x="464987" y="10732"/>
                    <a:pt x="475137" y="28177"/>
                  </a:cubicBezTo>
                  <a:lnTo>
                    <a:pt x="645549" y="321073"/>
                  </a:lnTo>
                  <a:cubicBezTo>
                    <a:pt x="655683" y="338491"/>
                    <a:pt x="655683" y="360009"/>
                    <a:pt x="645549" y="377427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FCB16752-D176-9B07-E49A-157C8C882E70}"/>
                </a:ext>
              </a:extLst>
            </p:cNvPr>
            <p:cNvSpPr txBox="1"/>
            <p:nvPr/>
          </p:nvSpPr>
          <p:spPr>
            <a:xfrm>
              <a:off x="114300" y="-38100"/>
              <a:ext cx="43960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217FD9B0-8D8F-99FB-EF5A-1C5FF5B25E6E}"/>
              </a:ext>
            </a:extLst>
          </p:cNvPr>
          <p:cNvGrpSpPr/>
          <p:nvPr/>
        </p:nvGrpSpPr>
        <p:grpSpPr>
          <a:xfrm>
            <a:off x="16137534" y="-2371094"/>
            <a:ext cx="5091140" cy="3171194"/>
            <a:chOff x="0" y="0"/>
            <a:chExt cx="793214" cy="698500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7E11B435-47CB-4697-9F61-0BDA04651004}"/>
                </a:ext>
              </a:extLst>
            </p:cNvPr>
            <p:cNvSpPr/>
            <p:nvPr/>
          </p:nvSpPr>
          <p:spPr>
            <a:xfrm>
              <a:off x="5655" y="0"/>
              <a:ext cx="781904" cy="698500"/>
            </a:xfrm>
            <a:custGeom>
              <a:avLst/>
              <a:gdLst/>
              <a:ahLst/>
              <a:cxnLst/>
              <a:rect l="l" t="t" r="r" b="b"/>
              <a:pathLst>
                <a:path w="781904" h="698500">
                  <a:moveTo>
                    <a:pt x="772749" y="374704"/>
                  </a:moveTo>
                  <a:lnTo>
                    <a:pt x="599169" y="673046"/>
                  </a:lnTo>
                  <a:cubicBezTo>
                    <a:pt x="589999" y="688805"/>
                    <a:pt x="573142" y="698500"/>
                    <a:pt x="554910" y="698500"/>
                  </a:cubicBezTo>
                  <a:lnTo>
                    <a:pt x="226994" y="698500"/>
                  </a:lnTo>
                  <a:cubicBezTo>
                    <a:pt x="208762" y="698500"/>
                    <a:pt x="191904" y="688805"/>
                    <a:pt x="182735" y="673046"/>
                  </a:cubicBezTo>
                  <a:lnTo>
                    <a:pt x="9155" y="374704"/>
                  </a:lnTo>
                  <a:cubicBezTo>
                    <a:pt x="0" y="358969"/>
                    <a:pt x="0" y="339531"/>
                    <a:pt x="9155" y="323796"/>
                  </a:cubicBezTo>
                  <a:lnTo>
                    <a:pt x="182735" y="25454"/>
                  </a:lnTo>
                  <a:cubicBezTo>
                    <a:pt x="191904" y="9695"/>
                    <a:pt x="208762" y="0"/>
                    <a:pt x="226994" y="0"/>
                  </a:cubicBezTo>
                  <a:lnTo>
                    <a:pt x="554910" y="0"/>
                  </a:lnTo>
                  <a:cubicBezTo>
                    <a:pt x="573142" y="0"/>
                    <a:pt x="589999" y="9695"/>
                    <a:pt x="599169" y="25454"/>
                  </a:cubicBezTo>
                  <a:lnTo>
                    <a:pt x="772749" y="323796"/>
                  </a:lnTo>
                  <a:cubicBezTo>
                    <a:pt x="781904" y="339531"/>
                    <a:pt x="781904" y="358969"/>
                    <a:pt x="772749" y="374704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C98A381-05CD-F948-11EE-268839FBA132}"/>
                </a:ext>
              </a:extLst>
            </p:cNvPr>
            <p:cNvSpPr txBox="1"/>
            <p:nvPr/>
          </p:nvSpPr>
          <p:spPr>
            <a:xfrm>
              <a:off x="114300" y="-38100"/>
              <a:ext cx="56461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03E12836-EC15-4197-2368-1C08A958F574}"/>
              </a:ext>
            </a:extLst>
          </p:cNvPr>
          <p:cNvGrpSpPr/>
          <p:nvPr/>
        </p:nvGrpSpPr>
        <p:grpSpPr>
          <a:xfrm>
            <a:off x="15545772" y="9714689"/>
            <a:ext cx="5195427" cy="3616322"/>
            <a:chOff x="0" y="0"/>
            <a:chExt cx="1003507" cy="698500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07762CC-44E7-D443-AD1D-A70C1CA62193}"/>
                </a:ext>
              </a:extLst>
            </p:cNvPr>
            <p:cNvSpPr/>
            <p:nvPr/>
          </p:nvSpPr>
          <p:spPr>
            <a:xfrm>
              <a:off x="7154" y="0"/>
              <a:ext cx="989200" cy="698500"/>
            </a:xfrm>
            <a:custGeom>
              <a:avLst/>
              <a:gdLst/>
              <a:ahLst/>
              <a:cxnLst/>
              <a:rect l="l" t="t" r="r" b="b"/>
              <a:pathLst>
                <a:path w="989200" h="698500">
                  <a:moveTo>
                    <a:pt x="977619" y="381450"/>
                  </a:moveTo>
                  <a:lnTo>
                    <a:pt x="811888" y="666300"/>
                  </a:lnTo>
                  <a:cubicBezTo>
                    <a:pt x="800289" y="686236"/>
                    <a:pt x="778964" y="698500"/>
                    <a:pt x="755900" y="698500"/>
                  </a:cubicBezTo>
                  <a:lnTo>
                    <a:pt x="233300" y="698500"/>
                  </a:lnTo>
                  <a:cubicBezTo>
                    <a:pt x="210235" y="698500"/>
                    <a:pt x="188910" y="686236"/>
                    <a:pt x="177311" y="666300"/>
                  </a:cubicBezTo>
                  <a:lnTo>
                    <a:pt x="11581" y="381450"/>
                  </a:lnTo>
                  <a:cubicBezTo>
                    <a:pt x="0" y="361545"/>
                    <a:pt x="0" y="336955"/>
                    <a:pt x="11581" y="317050"/>
                  </a:cubicBezTo>
                  <a:lnTo>
                    <a:pt x="177311" y="32200"/>
                  </a:lnTo>
                  <a:cubicBezTo>
                    <a:pt x="188910" y="12264"/>
                    <a:pt x="210235" y="0"/>
                    <a:pt x="233300" y="0"/>
                  </a:cubicBezTo>
                  <a:lnTo>
                    <a:pt x="755900" y="0"/>
                  </a:lnTo>
                  <a:cubicBezTo>
                    <a:pt x="778964" y="0"/>
                    <a:pt x="800289" y="12264"/>
                    <a:pt x="811888" y="32200"/>
                  </a:cubicBezTo>
                  <a:lnTo>
                    <a:pt x="977619" y="317050"/>
                  </a:lnTo>
                  <a:cubicBezTo>
                    <a:pt x="989200" y="336955"/>
                    <a:pt x="989200" y="361545"/>
                    <a:pt x="977619" y="381450"/>
                  </a:cubicBezTo>
                  <a:close/>
                </a:path>
              </a:pathLst>
            </a:custGeom>
            <a:solidFill>
              <a:srgbClr val="EDF0EF"/>
            </a:solidFill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BD2EE4-B1D7-5668-957A-66EF23BFECBB}"/>
                </a:ext>
              </a:extLst>
            </p:cNvPr>
            <p:cNvSpPr txBox="1"/>
            <p:nvPr/>
          </p:nvSpPr>
          <p:spPr>
            <a:xfrm>
              <a:off x="114300" y="-38100"/>
              <a:ext cx="774907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Freeform 35">
            <a:extLst>
              <a:ext uri="{FF2B5EF4-FFF2-40B4-BE49-F238E27FC236}">
                <a16:creationId xmlns:a16="http://schemas.microsoft.com/office/drawing/2014/main" id="{D954E71D-A7DE-D23B-35EC-681CBF83ECB1}"/>
              </a:ext>
            </a:extLst>
          </p:cNvPr>
          <p:cNvSpPr/>
          <p:nvPr/>
        </p:nvSpPr>
        <p:spPr>
          <a:xfrm>
            <a:off x="17031166" y="5203313"/>
            <a:ext cx="741417" cy="185354"/>
          </a:xfrm>
          <a:custGeom>
            <a:avLst/>
            <a:gdLst/>
            <a:ahLst/>
            <a:cxnLst/>
            <a:rect l="l" t="t" r="r" b="b"/>
            <a:pathLst>
              <a:path w="741417" h="185354">
                <a:moveTo>
                  <a:pt x="0" y="0"/>
                </a:moveTo>
                <a:lnTo>
                  <a:pt x="741417" y="0"/>
                </a:lnTo>
                <a:lnTo>
                  <a:pt x="741417" y="185355"/>
                </a:lnTo>
                <a:lnTo>
                  <a:pt x="0" y="185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7D51942C-9710-A09A-195E-1C9AF4CF00D6}"/>
              </a:ext>
            </a:extLst>
          </p:cNvPr>
          <p:cNvGrpSpPr/>
          <p:nvPr/>
        </p:nvGrpSpPr>
        <p:grpSpPr>
          <a:xfrm>
            <a:off x="16879382" y="9430708"/>
            <a:ext cx="3207045" cy="2165678"/>
            <a:chOff x="0" y="0"/>
            <a:chExt cx="1034374" cy="6985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7F4EE090-EFE5-BB41-CC29-84AE76D73B59}"/>
                </a:ext>
              </a:extLst>
            </p:cNvPr>
            <p:cNvSpPr/>
            <p:nvPr/>
          </p:nvSpPr>
          <p:spPr>
            <a:xfrm>
              <a:off x="11589" y="0"/>
              <a:ext cx="1011196" cy="698500"/>
            </a:xfrm>
            <a:custGeom>
              <a:avLst/>
              <a:gdLst/>
              <a:ahLst/>
              <a:cxnLst/>
              <a:rect l="l" t="t" r="r" b="b"/>
              <a:pathLst>
                <a:path w="1011196" h="698500">
                  <a:moveTo>
                    <a:pt x="992435" y="401414"/>
                  </a:moveTo>
                  <a:lnTo>
                    <a:pt x="849935" y="646336"/>
                  </a:lnTo>
                  <a:cubicBezTo>
                    <a:pt x="831145" y="678632"/>
                    <a:pt x="796599" y="698500"/>
                    <a:pt x="759234" y="698500"/>
                  </a:cubicBezTo>
                  <a:lnTo>
                    <a:pt x="251962" y="698500"/>
                  </a:lnTo>
                  <a:cubicBezTo>
                    <a:pt x="214597" y="698500"/>
                    <a:pt x="180051" y="678632"/>
                    <a:pt x="161261" y="646336"/>
                  </a:cubicBezTo>
                  <a:lnTo>
                    <a:pt x="18761" y="401414"/>
                  </a:lnTo>
                  <a:cubicBezTo>
                    <a:pt x="0" y="369168"/>
                    <a:pt x="0" y="329332"/>
                    <a:pt x="18761" y="297086"/>
                  </a:cubicBezTo>
                  <a:lnTo>
                    <a:pt x="161261" y="52164"/>
                  </a:lnTo>
                  <a:cubicBezTo>
                    <a:pt x="180051" y="19868"/>
                    <a:pt x="214597" y="0"/>
                    <a:pt x="251962" y="0"/>
                  </a:cubicBezTo>
                  <a:lnTo>
                    <a:pt x="759234" y="0"/>
                  </a:lnTo>
                  <a:cubicBezTo>
                    <a:pt x="796599" y="0"/>
                    <a:pt x="831145" y="19868"/>
                    <a:pt x="849935" y="52164"/>
                  </a:cubicBezTo>
                  <a:lnTo>
                    <a:pt x="992435" y="297086"/>
                  </a:lnTo>
                  <a:cubicBezTo>
                    <a:pt x="1011196" y="329332"/>
                    <a:pt x="1011196" y="369168"/>
                    <a:pt x="992435" y="401414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E979CCA9-80FE-5799-75C9-469C5B8B5F7D}"/>
                </a:ext>
              </a:extLst>
            </p:cNvPr>
            <p:cNvSpPr txBox="1"/>
            <p:nvPr/>
          </p:nvSpPr>
          <p:spPr>
            <a:xfrm>
              <a:off x="114300" y="-38100"/>
              <a:ext cx="80577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7" name="Group 47">
            <a:extLst>
              <a:ext uri="{FF2B5EF4-FFF2-40B4-BE49-F238E27FC236}">
                <a16:creationId xmlns:a16="http://schemas.microsoft.com/office/drawing/2014/main" id="{07E74731-E8CA-0495-FCA0-B78FC9B3F50A}"/>
              </a:ext>
            </a:extLst>
          </p:cNvPr>
          <p:cNvGrpSpPr/>
          <p:nvPr/>
        </p:nvGrpSpPr>
        <p:grpSpPr>
          <a:xfrm>
            <a:off x="-3881030" y="1996214"/>
            <a:ext cx="4477612" cy="2482363"/>
            <a:chOff x="0" y="0"/>
            <a:chExt cx="1259934" cy="698500"/>
          </a:xfrm>
        </p:grpSpPr>
        <p:sp>
          <p:nvSpPr>
            <p:cNvPr id="48" name="Freeform 48">
              <a:extLst>
                <a:ext uri="{FF2B5EF4-FFF2-40B4-BE49-F238E27FC236}">
                  <a16:creationId xmlns:a16="http://schemas.microsoft.com/office/drawing/2014/main" id="{A55C1C55-0009-26E2-BA15-7126D59143F5}"/>
                </a:ext>
              </a:extLst>
            </p:cNvPr>
            <p:cNvSpPr/>
            <p:nvPr/>
          </p:nvSpPr>
          <p:spPr>
            <a:xfrm>
              <a:off x="8300" y="0"/>
              <a:ext cx="1243333" cy="698500"/>
            </a:xfrm>
            <a:custGeom>
              <a:avLst/>
              <a:gdLst/>
              <a:ahLst/>
              <a:cxnLst/>
              <a:rect l="l" t="t" r="r" b="b"/>
              <a:pathLst>
                <a:path w="1243333" h="698500">
                  <a:moveTo>
                    <a:pt x="1229896" y="386612"/>
                  </a:moveTo>
                  <a:lnTo>
                    <a:pt x="1070171" y="661138"/>
                  </a:lnTo>
                  <a:cubicBezTo>
                    <a:pt x="1056713" y="684270"/>
                    <a:pt x="1031970" y="698500"/>
                    <a:pt x="1005208" y="698500"/>
                  </a:cubicBezTo>
                  <a:lnTo>
                    <a:pt x="238126" y="698500"/>
                  </a:lnTo>
                  <a:cubicBezTo>
                    <a:pt x="211364" y="698500"/>
                    <a:pt x="186620" y="684270"/>
                    <a:pt x="173162" y="661138"/>
                  </a:cubicBezTo>
                  <a:lnTo>
                    <a:pt x="13438" y="386612"/>
                  </a:lnTo>
                  <a:cubicBezTo>
                    <a:pt x="0" y="363516"/>
                    <a:pt x="0" y="334984"/>
                    <a:pt x="13438" y="311888"/>
                  </a:cubicBezTo>
                  <a:lnTo>
                    <a:pt x="173162" y="37362"/>
                  </a:lnTo>
                  <a:cubicBezTo>
                    <a:pt x="186620" y="14230"/>
                    <a:pt x="211364" y="0"/>
                    <a:pt x="238126" y="0"/>
                  </a:cubicBezTo>
                  <a:lnTo>
                    <a:pt x="1005208" y="0"/>
                  </a:lnTo>
                  <a:cubicBezTo>
                    <a:pt x="1031970" y="0"/>
                    <a:pt x="1056713" y="14230"/>
                    <a:pt x="1070171" y="37362"/>
                  </a:cubicBezTo>
                  <a:lnTo>
                    <a:pt x="1229896" y="311888"/>
                  </a:lnTo>
                  <a:cubicBezTo>
                    <a:pt x="1243333" y="334984"/>
                    <a:pt x="1243333" y="363516"/>
                    <a:pt x="1229896" y="386612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9" name="TextBox 49">
              <a:extLst>
                <a:ext uri="{FF2B5EF4-FFF2-40B4-BE49-F238E27FC236}">
                  <a16:creationId xmlns:a16="http://schemas.microsoft.com/office/drawing/2014/main" id="{DC8A07F3-44B8-1E57-0D6D-4871D774B738}"/>
                </a:ext>
              </a:extLst>
            </p:cNvPr>
            <p:cNvSpPr txBox="1"/>
            <p:nvPr/>
          </p:nvSpPr>
          <p:spPr>
            <a:xfrm>
              <a:off x="114300" y="-38100"/>
              <a:ext cx="103133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3" name="TextBox 53">
            <a:extLst>
              <a:ext uri="{FF2B5EF4-FFF2-40B4-BE49-F238E27FC236}">
                <a16:creationId xmlns:a16="http://schemas.microsoft.com/office/drawing/2014/main" id="{0C475711-421A-8CF5-34B5-A61DB5AC929F}"/>
              </a:ext>
            </a:extLst>
          </p:cNvPr>
          <p:cNvSpPr txBox="1"/>
          <p:nvPr/>
        </p:nvSpPr>
        <p:spPr>
          <a:xfrm>
            <a:off x="1230408" y="7211579"/>
            <a:ext cx="2353523" cy="32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6"/>
              </a:lnSpc>
            </a:pPr>
            <a:r>
              <a:rPr lang="en-US" sz="2400" b="1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MISSION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9112228-B7B9-4FCD-1955-13621FAC36F1}"/>
              </a:ext>
            </a:extLst>
          </p:cNvPr>
          <p:cNvSpPr txBox="1"/>
          <p:nvPr/>
        </p:nvSpPr>
        <p:spPr>
          <a:xfrm>
            <a:off x="369513" y="621622"/>
            <a:ext cx="39738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Code:</a:t>
            </a:r>
          </a:p>
        </p:txBody>
      </p:sp>
    </p:spTree>
    <p:extLst>
      <p:ext uri="{BB962C8B-B14F-4D97-AF65-F5344CB8AC3E}">
        <p14:creationId xmlns:p14="http://schemas.microsoft.com/office/powerpoint/2010/main" val="270844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C2557-638D-236A-EB64-0DF8347DF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449C415-0294-2374-F973-37B2CFCD17B8}"/>
              </a:ext>
            </a:extLst>
          </p:cNvPr>
          <p:cNvGrpSpPr/>
          <p:nvPr/>
        </p:nvGrpSpPr>
        <p:grpSpPr>
          <a:xfrm>
            <a:off x="16137534" y="-3096191"/>
            <a:ext cx="5091140" cy="3896291"/>
            <a:chOff x="16137534" y="-3096191"/>
            <a:chExt cx="5091140" cy="3896291"/>
          </a:xfrm>
        </p:grpSpPr>
        <p:grpSp>
          <p:nvGrpSpPr>
            <p:cNvPr id="17" name="Group 17">
              <a:extLst>
                <a:ext uri="{FF2B5EF4-FFF2-40B4-BE49-F238E27FC236}">
                  <a16:creationId xmlns:a16="http://schemas.microsoft.com/office/drawing/2014/main" id="{5BF34157-953D-5305-C372-4E772449D41C}"/>
                </a:ext>
              </a:extLst>
            </p:cNvPr>
            <p:cNvGrpSpPr/>
            <p:nvPr/>
          </p:nvGrpSpPr>
          <p:grpSpPr>
            <a:xfrm>
              <a:off x="16200411" y="-3096191"/>
              <a:ext cx="4918926" cy="3684713"/>
              <a:chOff x="0" y="0"/>
              <a:chExt cx="668203" cy="698500"/>
            </a:xfrm>
          </p:grpSpPr>
          <p:sp>
            <p:nvSpPr>
              <p:cNvPr id="18" name="Freeform 18">
                <a:extLst>
                  <a:ext uri="{FF2B5EF4-FFF2-40B4-BE49-F238E27FC236}">
                    <a16:creationId xmlns:a16="http://schemas.microsoft.com/office/drawing/2014/main" id="{32008EA4-3168-0644-53BF-B42B5806D1F7}"/>
                  </a:ext>
                </a:extLst>
              </p:cNvPr>
              <p:cNvSpPr/>
              <p:nvPr/>
            </p:nvSpPr>
            <p:spPr>
              <a:xfrm>
                <a:off x="6260" y="0"/>
                <a:ext cx="655684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655684" h="698500">
                    <a:moveTo>
                      <a:pt x="645549" y="377427"/>
                    </a:moveTo>
                    <a:lnTo>
                      <a:pt x="475137" y="670323"/>
                    </a:lnTo>
                    <a:cubicBezTo>
                      <a:pt x="464987" y="687768"/>
                      <a:pt x="446327" y="698500"/>
                      <a:pt x="426144" y="698500"/>
                    </a:cubicBezTo>
                    <a:lnTo>
                      <a:pt x="229539" y="698500"/>
                    </a:lnTo>
                    <a:cubicBezTo>
                      <a:pt x="209356" y="698500"/>
                      <a:pt x="190696" y="687768"/>
                      <a:pt x="180546" y="670323"/>
                    </a:cubicBezTo>
                    <a:lnTo>
                      <a:pt x="10134" y="377427"/>
                    </a:lnTo>
                    <a:cubicBezTo>
                      <a:pt x="0" y="360009"/>
                      <a:pt x="0" y="338491"/>
                      <a:pt x="10134" y="321073"/>
                    </a:cubicBezTo>
                    <a:lnTo>
                      <a:pt x="180546" y="28177"/>
                    </a:lnTo>
                    <a:cubicBezTo>
                      <a:pt x="190696" y="10732"/>
                      <a:pt x="209356" y="0"/>
                      <a:pt x="229539" y="0"/>
                    </a:cubicBezTo>
                    <a:lnTo>
                      <a:pt x="426144" y="0"/>
                    </a:lnTo>
                    <a:cubicBezTo>
                      <a:pt x="446327" y="0"/>
                      <a:pt x="464987" y="10732"/>
                      <a:pt x="475137" y="28177"/>
                    </a:cubicBezTo>
                    <a:lnTo>
                      <a:pt x="645549" y="321073"/>
                    </a:lnTo>
                    <a:cubicBezTo>
                      <a:pt x="655683" y="338491"/>
                      <a:pt x="655683" y="360009"/>
                      <a:pt x="645549" y="377427"/>
                    </a:cubicBezTo>
                    <a:close/>
                  </a:path>
                </a:pathLst>
              </a:custGeom>
              <a:solidFill>
                <a:srgbClr val="0097B2"/>
              </a:solidFill>
            </p:spPr>
          </p:sp>
          <p:sp>
            <p:nvSpPr>
              <p:cNvPr id="19" name="TextBox 19">
                <a:extLst>
                  <a:ext uri="{FF2B5EF4-FFF2-40B4-BE49-F238E27FC236}">
                    <a16:creationId xmlns:a16="http://schemas.microsoft.com/office/drawing/2014/main" id="{61E3DFF6-4E70-F22B-D15B-E8BFE3683D21}"/>
                  </a:ext>
                </a:extLst>
              </p:cNvPr>
              <p:cNvSpPr txBox="1"/>
              <p:nvPr/>
            </p:nvSpPr>
            <p:spPr>
              <a:xfrm>
                <a:off x="114300" y="-38100"/>
                <a:ext cx="439603" cy="73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E00F82AE-4EA9-D17B-5930-E4918ED87E2D}"/>
                </a:ext>
              </a:extLst>
            </p:cNvPr>
            <p:cNvGrpSpPr/>
            <p:nvPr/>
          </p:nvGrpSpPr>
          <p:grpSpPr>
            <a:xfrm>
              <a:off x="16137534" y="-2371094"/>
              <a:ext cx="5091140" cy="3171194"/>
              <a:chOff x="0" y="0"/>
              <a:chExt cx="793214" cy="6985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A2090436-3BA2-2720-8465-62338D8AD650}"/>
                  </a:ext>
                </a:extLst>
              </p:cNvPr>
              <p:cNvSpPr/>
              <p:nvPr/>
            </p:nvSpPr>
            <p:spPr>
              <a:xfrm>
                <a:off x="5655" y="0"/>
                <a:ext cx="781904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781904" h="698500">
                    <a:moveTo>
                      <a:pt x="772749" y="374704"/>
                    </a:moveTo>
                    <a:lnTo>
                      <a:pt x="599169" y="673046"/>
                    </a:lnTo>
                    <a:cubicBezTo>
                      <a:pt x="589999" y="688805"/>
                      <a:pt x="573142" y="698500"/>
                      <a:pt x="554910" y="698500"/>
                    </a:cubicBezTo>
                    <a:lnTo>
                      <a:pt x="226994" y="698500"/>
                    </a:lnTo>
                    <a:cubicBezTo>
                      <a:pt x="208762" y="698500"/>
                      <a:pt x="191904" y="688805"/>
                      <a:pt x="182735" y="673046"/>
                    </a:cubicBezTo>
                    <a:lnTo>
                      <a:pt x="9155" y="374704"/>
                    </a:lnTo>
                    <a:cubicBezTo>
                      <a:pt x="0" y="358969"/>
                      <a:pt x="0" y="339531"/>
                      <a:pt x="9155" y="323796"/>
                    </a:cubicBezTo>
                    <a:lnTo>
                      <a:pt x="182735" y="25454"/>
                    </a:lnTo>
                    <a:cubicBezTo>
                      <a:pt x="191904" y="9695"/>
                      <a:pt x="208762" y="0"/>
                      <a:pt x="226994" y="0"/>
                    </a:cubicBezTo>
                    <a:lnTo>
                      <a:pt x="554910" y="0"/>
                    </a:lnTo>
                    <a:cubicBezTo>
                      <a:pt x="573142" y="0"/>
                      <a:pt x="589999" y="9695"/>
                      <a:pt x="599169" y="25454"/>
                    </a:cubicBezTo>
                    <a:lnTo>
                      <a:pt x="772749" y="323796"/>
                    </a:lnTo>
                    <a:cubicBezTo>
                      <a:pt x="781904" y="339531"/>
                      <a:pt x="781904" y="358969"/>
                      <a:pt x="772749" y="37470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ED6F5242-5DFC-F7C3-88E2-8C8A571E360A}"/>
                  </a:ext>
                </a:extLst>
              </p:cNvPr>
              <p:cNvSpPr txBox="1"/>
              <p:nvPr/>
            </p:nvSpPr>
            <p:spPr>
              <a:xfrm>
                <a:off x="114300" y="-38100"/>
                <a:ext cx="564614" cy="73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C3A21798-EDC7-2D13-43D7-C40FEA41C2B5}"/>
              </a:ext>
            </a:extLst>
          </p:cNvPr>
          <p:cNvGrpSpPr/>
          <p:nvPr/>
        </p:nvGrpSpPr>
        <p:grpSpPr>
          <a:xfrm>
            <a:off x="15545772" y="9714689"/>
            <a:ext cx="5195427" cy="3616322"/>
            <a:chOff x="0" y="0"/>
            <a:chExt cx="1003507" cy="698500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0AB8A97C-AB43-8DC7-1450-1A6D76F0D411}"/>
                </a:ext>
              </a:extLst>
            </p:cNvPr>
            <p:cNvSpPr/>
            <p:nvPr/>
          </p:nvSpPr>
          <p:spPr>
            <a:xfrm>
              <a:off x="7154" y="0"/>
              <a:ext cx="989200" cy="698500"/>
            </a:xfrm>
            <a:custGeom>
              <a:avLst/>
              <a:gdLst/>
              <a:ahLst/>
              <a:cxnLst/>
              <a:rect l="l" t="t" r="r" b="b"/>
              <a:pathLst>
                <a:path w="989200" h="698500">
                  <a:moveTo>
                    <a:pt x="977619" y="381450"/>
                  </a:moveTo>
                  <a:lnTo>
                    <a:pt x="811888" y="666300"/>
                  </a:lnTo>
                  <a:cubicBezTo>
                    <a:pt x="800289" y="686236"/>
                    <a:pt x="778964" y="698500"/>
                    <a:pt x="755900" y="698500"/>
                  </a:cubicBezTo>
                  <a:lnTo>
                    <a:pt x="233300" y="698500"/>
                  </a:lnTo>
                  <a:cubicBezTo>
                    <a:pt x="210235" y="698500"/>
                    <a:pt x="188910" y="686236"/>
                    <a:pt x="177311" y="666300"/>
                  </a:cubicBezTo>
                  <a:lnTo>
                    <a:pt x="11581" y="381450"/>
                  </a:lnTo>
                  <a:cubicBezTo>
                    <a:pt x="0" y="361545"/>
                    <a:pt x="0" y="336955"/>
                    <a:pt x="11581" y="317050"/>
                  </a:cubicBezTo>
                  <a:lnTo>
                    <a:pt x="177311" y="32200"/>
                  </a:lnTo>
                  <a:cubicBezTo>
                    <a:pt x="188910" y="12264"/>
                    <a:pt x="210235" y="0"/>
                    <a:pt x="233300" y="0"/>
                  </a:cubicBezTo>
                  <a:lnTo>
                    <a:pt x="755900" y="0"/>
                  </a:lnTo>
                  <a:cubicBezTo>
                    <a:pt x="778964" y="0"/>
                    <a:pt x="800289" y="12264"/>
                    <a:pt x="811888" y="32200"/>
                  </a:cubicBezTo>
                  <a:lnTo>
                    <a:pt x="977619" y="317050"/>
                  </a:lnTo>
                  <a:cubicBezTo>
                    <a:pt x="989200" y="336955"/>
                    <a:pt x="989200" y="361545"/>
                    <a:pt x="977619" y="381450"/>
                  </a:cubicBezTo>
                  <a:close/>
                </a:path>
              </a:pathLst>
            </a:custGeom>
            <a:solidFill>
              <a:srgbClr val="EDF0EF"/>
            </a:solidFill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3222DC1C-D395-8E8D-B629-D33763C674E5}"/>
                </a:ext>
              </a:extLst>
            </p:cNvPr>
            <p:cNvSpPr txBox="1"/>
            <p:nvPr/>
          </p:nvSpPr>
          <p:spPr>
            <a:xfrm>
              <a:off x="114300" y="-38100"/>
              <a:ext cx="774907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Freeform 35">
            <a:extLst>
              <a:ext uri="{FF2B5EF4-FFF2-40B4-BE49-F238E27FC236}">
                <a16:creationId xmlns:a16="http://schemas.microsoft.com/office/drawing/2014/main" id="{990418F1-FF74-83DD-ADA4-79B54C0398DB}"/>
              </a:ext>
            </a:extLst>
          </p:cNvPr>
          <p:cNvSpPr/>
          <p:nvPr/>
        </p:nvSpPr>
        <p:spPr>
          <a:xfrm>
            <a:off x="17031166" y="5203313"/>
            <a:ext cx="741417" cy="185354"/>
          </a:xfrm>
          <a:custGeom>
            <a:avLst/>
            <a:gdLst/>
            <a:ahLst/>
            <a:cxnLst/>
            <a:rect l="l" t="t" r="r" b="b"/>
            <a:pathLst>
              <a:path w="741417" h="185354">
                <a:moveTo>
                  <a:pt x="0" y="0"/>
                </a:moveTo>
                <a:lnTo>
                  <a:pt x="741417" y="0"/>
                </a:lnTo>
                <a:lnTo>
                  <a:pt x="741417" y="185355"/>
                </a:lnTo>
                <a:lnTo>
                  <a:pt x="0" y="185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ABA63D83-182D-6A44-B4B8-53087FDC7097}"/>
              </a:ext>
            </a:extLst>
          </p:cNvPr>
          <p:cNvGrpSpPr/>
          <p:nvPr/>
        </p:nvGrpSpPr>
        <p:grpSpPr>
          <a:xfrm>
            <a:off x="16879382" y="9430708"/>
            <a:ext cx="3207045" cy="2165678"/>
            <a:chOff x="0" y="0"/>
            <a:chExt cx="1034374" cy="6985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D76CDE0E-9AF9-C77F-842F-A97732018D04}"/>
                </a:ext>
              </a:extLst>
            </p:cNvPr>
            <p:cNvSpPr/>
            <p:nvPr/>
          </p:nvSpPr>
          <p:spPr>
            <a:xfrm>
              <a:off x="11589" y="0"/>
              <a:ext cx="1011196" cy="698500"/>
            </a:xfrm>
            <a:custGeom>
              <a:avLst/>
              <a:gdLst/>
              <a:ahLst/>
              <a:cxnLst/>
              <a:rect l="l" t="t" r="r" b="b"/>
              <a:pathLst>
                <a:path w="1011196" h="698500">
                  <a:moveTo>
                    <a:pt x="992435" y="401414"/>
                  </a:moveTo>
                  <a:lnTo>
                    <a:pt x="849935" y="646336"/>
                  </a:lnTo>
                  <a:cubicBezTo>
                    <a:pt x="831145" y="678632"/>
                    <a:pt x="796599" y="698500"/>
                    <a:pt x="759234" y="698500"/>
                  </a:cubicBezTo>
                  <a:lnTo>
                    <a:pt x="251962" y="698500"/>
                  </a:lnTo>
                  <a:cubicBezTo>
                    <a:pt x="214597" y="698500"/>
                    <a:pt x="180051" y="678632"/>
                    <a:pt x="161261" y="646336"/>
                  </a:cubicBezTo>
                  <a:lnTo>
                    <a:pt x="18761" y="401414"/>
                  </a:lnTo>
                  <a:cubicBezTo>
                    <a:pt x="0" y="369168"/>
                    <a:pt x="0" y="329332"/>
                    <a:pt x="18761" y="297086"/>
                  </a:cubicBezTo>
                  <a:lnTo>
                    <a:pt x="161261" y="52164"/>
                  </a:lnTo>
                  <a:cubicBezTo>
                    <a:pt x="180051" y="19868"/>
                    <a:pt x="214597" y="0"/>
                    <a:pt x="251962" y="0"/>
                  </a:cubicBezTo>
                  <a:lnTo>
                    <a:pt x="759234" y="0"/>
                  </a:lnTo>
                  <a:cubicBezTo>
                    <a:pt x="796599" y="0"/>
                    <a:pt x="831145" y="19868"/>
                    <a:pt x="849935" y="52164"/>
                  </a:cubicBezTo>
                  <a:lnTo>
                    <a:pt x="992435" y="297086"/>
                  </a:lnTo>
                  <a:cubicBezTo>
                    <a:pt x="1011196" y="329332"/>
                    <a:pt x="1011196" y="369168"/>
                    <a:pt x="992435" y="401414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9598A5D9-F342-D823-2F53-DF90E935DC26}"/>
                </a:ext>
              </a:extLst>
            </p:cNvPr>
            <p:cNvSpPr txBox="1"/>
            <p:nvPr/>
          </p:nvSpPr>
          <p:spPr>
            <a:xfrm>
              <a:off x="114300" y="-38100"/>
              <a:ext cx="80577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7" name="Group 47">
            <a:extLst>
              <a:ext uri="{FF2B5EF4-FFF2-40B4-BE49-F238E27FC236}">
                <a16:creationId xmlns:a16="http://schemas.microsoft.com/office/drawing/2014/main" id="{9D232D07-DB7A-FCED-8E4D-C1E83143E3D6}"/>
              </a:ext>
            </a:extLst>
          </p:cNvPr>
          <p:cNvGrpSpPr/>
          <p:nvPr/>
        </p:nvGrpSpPr>
        <p:grpSpPr>
          <a:xfrm>
            <a:off x="-3881030" y="1996214"/>
            <a:ext cx="4477612" cy="2482363"/>
            <a:chOff x="0" y="0"/>
            <a:chExt cx="1259934" cy="698500"/>
          </a:xfrm>
        </p:grpSpPr>
        <p:sp>
          <p:nvSpPr>
            <p:cNvPr id="48" name="Freeform 48">
              <a:extLst>
                <a:ext uri="{FF2B5EF4-FFF2-40B4-BE49-F238E27FC236}">
                  <a16:creationId xmlns:a16="http://schemas.microsoft.com/office/drawing/2014/main" id="{49763D53-FA81-B4D0-3B0A-7CFA6933B418}"/>
                </a:ext>
              </a:extLst>
            </p:cNvPr>
            <p:cNvSpPr/>
            <p:nvPr/>
          </p:nvSpPr>
          <p:spPr>
            <a:xfrm>
              <a:off x="8300" y="0"/>
              <a:ext cx="1243333" cy="698500"/>
            </a:xfrm>
            <a:custGeom>
              <a:avLst/>
              <a:gdLst/>
              <a:ahLst/>
              <a:cxnLst/>
              <a:rect l="l" t="t" r="r" b="b"/>
              <a:pathLst>
                <a:path w="1243333" h="698500">
                  <a:moveTo>
                    <a:pt x="1229896" y="386612"/>
                  </a:moveTo>
                  <a:lnTo>
                    <a:pt x="1070171" y="661138"/>
                  </a:lnTo>
                  <a:cubicBezTo>
                    <a:pt x="1056713" y="684270"/>
                    <a:pt x="1031970" y="698500"/>
                    <a:pt x="1005208" y="698500"/>
                  </a:cubicBezTo>
                  <a:lnTo>
                    <a:pt x="238126" y="698500"/>
                  </a:lnTo>
                  <a:cubicBezTo>
                    <a:pt x="211364" y="698500"/>
                    <a:pt x="186620" y="684270"/>
                    <a:pt x="173162" y="661138"/>
                  </a:cubicBezTo>
                  <a:lnTo>
                    <a:pt x="13438" y="386612"/>
                  </a:lnTo>
                  <a:cubicBezTo>
                    <a:pt x="0" y="363516"/>
                    <a:pt x="0" y="334984"/>
                    <a:pt x="13438" y="311888"/>
                  </a:cubicBezTo>
                  <a:lnTo>
                    <a:pt x="173162" y="37362"/>
                  </a:lnTo>
                  <a:cubicBezTo>
                    <a:pt x="186620" y="14230"/>
                    <a:pt x="211364" y="0"/>
                    <a:pt x="238126" y="0"/>
                  </a:cubicBezTo>
                  <a:lnTo>
                    <a:pt x="1005208" y="0"/>
                  </a:lnTo>
                  <a:cubicBezTo>
                    <a:pt x="1031970" y="0"/>
                    <a:pt x="1056713" y="14230"/>
                    <a:pt x="1070171" y="37362"/>
                  </a:cubicBezTo>
                  <a:lnTo>
                    <a:pt x="1229896" y="311888"/>
                  </a:lnTo>
                  <a:cubicBezTo>
                    <a:pt x="1243333" y="334984"/>
                    <a:pt x="1243333" y="363516"/>
                    <a:pt x="1229896" y="386612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9" name="TextBox 49">
              <a:extLst>
                <a:ext uri="{FF2B5EF4-FFF2-40B4-BE49-F238E27FC236}">
                  <a16:creationId xmlns:a16="http://schemas.microsoft.com/office/drawing/2014/main" id="{8BB0D2D3-1B1B-A906-5A86-EDBB3B88D369}"/>
                </a:ext>
              </a:extLst>
            </p:cNvPr>
            <p:cNvSpPr txBox="1"/>
            <p:nvPr/>
          </p:nvSpPr>
          <p:spPr>
            <a:xfrm>
              <a:off x="114300" y="-38100"/>
              <a:ext cx="103133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3" name="TextBox 53">
            <a:extLst>
              <a:ext uri="{FF2B5EF4-FFF2-40B4-BE49-F238E27FC236}">
                <a16:creationId xmlns:a16="http://schemas.microsoft.com/office/drawing/2014/main" id="{FC42E61A-9E65-6933-8BF8-7C8284C783BE}"/>
              </a:ext>
            </a:extLst>
          </p:cNvPr>
          <p:cNvSpPr txBox="1"/>
          <p:nvPr/>
        </p:nvSpPr>
        <p:spPr>
          <a:xfrm>
            <a:off x="1230408" y="7211579"/>
            <a:ext cx="2353523" cy="32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6"/>
              </a:lnSpc>
            </a:pPr>
            <a:r>
              <a:rPr lang="en-US" sz="2400" b="1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MISSION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EC1154C-5DFF-E05E-9907-D010222F45E7}"/>
              </a:ext>
            </a:extLst>
          </p:cNvPr>
          <p:cNvSpPr txBox="1"/>
          <p:nvPr/>
        </p:nvSpPr>
        <p:spPr>
          <a:xfrm>
            <a:off x="420225" y="236221"/>
            <a:ext cx="39738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Prototype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FF7FA8-A736-469B-380F-C7EF52769D3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733"/>
          <a:stretch/>
        </p:blipFill>
        <p:spPr>
          <a:xfrm>
            <a:off x="2343900" y="1135490"/>
            <a:ext cx="6800100" cy="45000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7ED0FE-3C36-BF97-F019-AFA4CAE0E69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3660" b="31482"/>
          <a:stretch/>
        </p:blipFill>
        <p:spPr>
          <a:xfrm>
            <a:off x="10202219" y="1308176"/>
            <a:ext cx="5715746" cy="432196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1922A88-F1FD-DB8C-4C62-A97D8C35C95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200" t="362" r="19661" b="-362"/>
          <a:stretch/>
        </p:blipFill>
        <p:spPr>
          <a:xfrm>
            <a:off x="5325330" y="5905500"/>
            <a:ext cx="6559108" cy="413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9455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472DE-0E09-4287-5881-D4C8C497B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FFF079B-F9E7-5B07-61A9-7AADD79F2ED6}"/>
              </a:ext>
            </a:extLst>
          </p:cNvPr>
          <p:cNvGrpSpPr/>
          <p:nvPr/>
        </p:nvGrpSpPr>
        <p:grpSpPr>
          <a:xfrm>
            <a:off x="16137534" y="-3096191"/>
            <a:ext cx="5091140" cy="3896291"/>
            <a:chOff x="16137534" y="-3096191"/>
            <a:chExt cx="5091140" cy="3896291"/>
          </a:xfrm>
        </p:grpSpPr>
        <p:grpSp>
          <p:nvGrpSpPr>
            <p:cNvPr id="17" name="Group 17">
              <a:extLst>
                <a:ext uri="{FF2B5EF4-FFF2-40B4-BE49-F238E27FC236}">
                  <a16:creationId xmlns:a16="http://schemas.microsoft.com/office/drawing/2014/main" id="{EA951AF5-D442-AFF6-A022-F63BE842CBCE}"/>
                </a:ext>
              </a:extLst>
            </p:cNvPr>
            <p:cNvGrpSpPr/>
            <p:nvPr/>
          </p:nvGrpSpPr>
          <p:grpSpPr>
            <a:xfrm>
              <a:off x="16200411" y="-3096191"/>
              <a:ext cx="4918926" cy="3684713"/>
              <a:chOff x="0" y="0"/>
              <a:chExt cx="668203" cy="698500"/>
            </a:xfrm>
          </p:grpSpPr>
          <p:sp>
            <p:nvSpPr>
              <p:cNvPr id="18" name="Freeform 18">
                <a:extLst>
                  <a:ext uri="{FF2B5EF4-FFF2-40B4-BE49-F238E27FC236}">
                    <a16:creationId xmlns:a16="http://schemas.microsoft.com/office/drawing/2014/main" id="{EDE4E8B2-0A98-B9ED-04C0-258B35578A44}"/>
                  </a:ext>
                </a:extLst>
              </p:cNvPr>
              <p:cNvSpPr/>
              <p:nvPr/>
            </p:nvSpPr>
            <p:spPr>
              <a:xfrm>
                <a:off x="6260" y="0"/>
                <a:ext cx="655684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655684" h="698500">
                    <a:moveTo>
                      <a:pt x="645549" y="377427"/>
                    </a:moveTo>
                    <a:lnTo>
                      <a:pt x="475137" y="670323"/>
                    </a:lnTo>
                    <a:cubicBezTo>
                      <a:pt x="464987" y="687768"/>
                      <a:pt x="446327" y="698500"/>
                      <a:pt x="426144" y="698500"/>
                    </a:cubicBezTo>
                    <a:lnTo>
                      <a:pt x="229539" y="698500"/>
                    </a:lnTo>
                    <a:cubicBezTo>
                      <a:pt x="209356" y="698500"/>
                      <a:pt x="190696" y="687768"/>
                      <a:pt x="180546" y="670323"/>
                    </a:cubicBezTo>
                    <a:lnTo>
                      <a:pt x="10134" y="377427"/>
                    </a:lnTo>
                    <a:cubicBezTo>
                      <a:pt x="0" y="360009"/>
                      <a:pt x="0" y="338491"/>
                      <a:pt x="10134" y="321073"/>
                    </a:cubicBezTo>
                    <a:lnTo>
                      <a:pt x="180546" y="28177"/>
                    </a:lnTo>
                    <a:cubicBezTo>
                      <a:pt x="190696" y="10732"/>
                      <a:pt x="209356" y="0"/>
                      <a:pt x="229539" y="0"/>
                    </a:cubicBezTo>
                    <a:lnTo>
                      <a:pt x="426144" y="0"/>
                    </a:lnTo>
                    <a:cubicBezTo>
                      <a:pt x="446327" y="0"/>
                      <a:pt x="464987" y="10732"/>
                      <a:pt x="475137" y="28177"/>
                    </a:cubicBezTo>
                    <a:lnTo>
                      <a:pt x="645549" y="321073"/>
                    </a:lnTo>
                    <a:cubicBezTo>
                      <a:pt x="655683" y="338491"/>
                      <a:pt x="655683" y="360009"/>
                      <a:pt x="645549" y="377427"/>
                    </a:cubicBezTo>
                    <a:close/>
                  </a:path>
                </a:pathLst>
              </a:custGeom>
              <a:solidFill>
                <a:srgbClr val="0097B2"/>
              </a:solidFill>
            </p:spPr>
          </p:sp>
          <p:sp>
            <p:nvSpPr>
              <p:cNvPr id="19" name="TextBox 19">
                <a:extLst>
                  <a:ext uri="{FF2B5EF4-FFF2-40B4-BE49-F238E27FC236}">
                    <a16:creationId xmlns:a16="http://schemas.microsoft.com/office/drawing/2014/main" id="{13D55F26-F31C-BEA8-2E3C-02074B2B0518}"/>
                  </a:ext>
                </a:extLst>
              </p:cNvPr>
              <p:cNvSpPr txBox="1"/>
              <p:nvPr/>
            </p:nvSpPr>
            <p:spPr>
              <a:xfrm>
                <a:off x="114300" y="-38100"/>
                <a:ext cx="439603" cy="73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0D67287E-6E60-92C0-E9C2-7387B76B4015}"/>
                </a:ext>
              </a:extLst>
            </p:cNvPr>
            <p:cNvGrpSpPr/>
            <p:nvPr/>
          </p:nvGrpSpPr>
          <p:grpSpPr>
            <a:xfrm>
              <a:off x="16137534" y="-2371094"/>
              <a:ext cx="5091140" cy="3171194"/>
              <a:chOff x="0" y="0"/>
              <a:chExt cx="793214" cy="6985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EA4A52BB-BBCC-DDE1-6420-F88C0003561E}"/>
                  </a:ext>
                </a:extLst>
              </p:cNvPr>
              <p:cNvSpPr/>
              <p:nvPr/>
            </p:nvSpPr>
            <p:spPr>
              <a:xfrm>
                <a:off x="5655" y="0"/>
                <a:ext cx="781904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781904" h="698500">
                    <a:moveTo>
                      <a:pt x="772749" y="374704"/>
                    </a:moveTo>
                    <a:lnTo>
                      <a:pt x="599169" y="673046"/>
                    </a:lnTo>
                    <a:cubicBezTo>
                      <a:pt x="589999" y="688805"/>
                      <a:pt x="573142" y="698500"/>
                      <a:pt x="554910" y="698500"/>
                    </a:cubicBezTo>
                    <a:lnTo>
                      <a:pt x="226994" y="698500"/>
                    </a:lnTo>
                    <a:cubicBezTo>
                      <a:pt x="208762" y="698500"/>
                      <a:pt x="191904" y="688805"/>
                      <a:pt x="182735" y="673046"/>
                    </a:cubicBezTo>
                    <a:lnTo>
                      <a:pt x="9155" y="374704"/>
                    </a:lnTo>
                    <a:cubicBezTo>
                      <a:pt x="0" y="358969"/>
                      <a:pt x="0" y="339531"/>
                      <a:pt x="9155" y="323796"/>
                    </a:cubicBezTo>
                    <a:lnTo>
                      <a:pt x="182735" y="25454"/>
                    </a:lnTo>
                    <a:cubicBezTo>
                      <a:pt x="191904" y="9695"/>
                      <a:pt x="208762" y="0"/>
                      <a:pt x="226994" y="0"/>
                    </a:cubicBezTo>
                    <a:lnTo>
                      <a:pt x="554910" y="0"/>
                    </a:lnTo>
                    <a:cubicBezTo>
                      <a:pt x="573142" y="0"/>
                      <a:pt x="589999" y="9695"/>
                      <a:pt x="599169" y="25454"/>
                    </a:cubicBezTo>
                    <a:lnTo>
                      <a:pt x="772749" y="323796"/>
                    </a:lnTo>
                    <a:cubicBezTo>
                      <a:pt x="781904" y="339531"/>
                      <a:pt x="781904" y="358969"/>
                      <a:pt x="772749" y="37470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D5ED6590-B49B-47DB-A695-5869ECA9EE7F}"/>
                  </a:ext>
                </a:extLst>
              </p:cNvPr>
              <p:cNvSpPr txBox="1"/>
              <p:nvPr/>
            </p:nvSpPr>
            <p:spPr>
              <a:xfrm>
                <a:off x="114300" y="-38100"/>
                <a:ext cx="564614" cy="73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F52D5B35-2582-E65F-79C5-9D9E6CB479AB}"/>
              </a:ext>
            </a:extLst>
          </p:cNvPr>
          <p:cNvGrpSpPr/>
          <p:nvPr/>
        </p:nvGrpSpPr>
        <p:grpSpPr>
          <a:xfrm>
            <a:off x="15545772" y="9714689"/>
            <a:ext cx="5195427" cy="3616322"/>
            <a:chOff x="0" y="0"/>
            <a:chExt cx="1003507" cy="698500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FAFB612-A51E-C74A-8EAB-1EDDAE0EF559}"/>
                </a:ext>
              </a:extLst>
            </p:cNvPr>
            <p:cNvSpPr/>
            <p:nvPr/>
          </p:nvSpPr>
          <p:spPr>
            <a:xfrm>
              <a:off x="7154" y="0"/>
              <a:ext cx="989200" cy="698500"/>
            </a:xfrm>
            <a:custGeom>
              <a:avLst/>
              <a:gdLst/>
              <a:ahLst/>
              <a:cxnLst/>
              <a:rect l="l" t="t" r="r" b="b"/>
              <a:pathLst>
                <a:path w="989200" h="698500">
                  <a:moveTo>
                    <a:pt x="977619" y="381450"/>
                  </a:moveTo>
                  <a:lnTo>
                    <a:pt x="811888" y="666300"/>
                  </a:lnTo>
                  <a:cubicBezTo>
                    <a:pt x="800289" y="686236"/>
                    <a:pt x="778964" y="698500"/>
                    <a:pt x="755900" y="698500"/>
                  </a:cubicBezTo>
                  <a:lnTo>
                    <a:pt x="233300" y="698500"/>
                  </a:lnTo>
                  <a:cubicBezTo>
                    <a:pt x="210235" y="698500"/>
                    <a:pt x="188910" y="686236"/>
                    <a:pt x="177311" y="666300"/>
                  </a:cubicBezTo>
                  <a:lnTo>
                    <a:pt x="11581" y="381450"/>
                  </a:lnTo>
                  <a:cubicBezTo>
                    <a:pt x="0" y="361545"/>
                    <a:pt x="0" y="336955"/>
                    <a:pt x="11581" y="317050"/>
                  </a:cubicBezTo>
                  <a:lnTo>
                    <a:pt x="177311" y="32200"/>
                  </a:lnTo>
                  <a:cubicBezTo>
                    <a:pt x="188910" y="12264"/>
                    <a:pt x="210235" y="0"/>
                    <a:pt x="233300" y="0"/>
                  </a:cubicBezTo>
                  <a:lnTo>
                    <a:pt x="755900" y="0"/>
                  </a:lnTo>
                  <a:cubicBezTo>
                    <a:pt x="778964" y="0"/>
                    <a:pt x="800289" y="12264"/>
                    <a:pt x="811888" y="32200"/>
                  </a:cubicBezTo>
                  <a:lnTo>
                    <a:pt x="977619" y="317050"/>
                  </a:lnTo>
                  <a:cubicBezTo>
                    <a:pt x="989200" y="336955"/>
                    <a:pt x="989200" y="361545"/>
                    <a:pt x="977619" y="381450"/>
                  </a:cubicBezTo>
                  <a:close/>
                </a:path>
              </a:pathLst>
            </a:custGeom>
            <a:solidFill>
              <a:srgbClr val="EDF0EF"/>
            </a:solidFill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7714B7D9-7B1D-A518-7E96-5BA464BD0432}"/>
                </a:ext>
              </a:extLst>
            </p:cNvPr>
            <p:cNvSpPr txBox="1"/>
            <p:nvPr/>
          </p:nvSpPr>
          <p:spPr>
            <a:xfrm>
              <a:off x="114300" y="-38100"/>
              <a:ext cx="774907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Freeform 35">
            <a:extLst>
              <a:ext uri="{FF2B5EF4-FFF2-40B4-BE49-F238E27FC236}">
                <a16:creationId xmlns:a16="http://schemas.microsoft.com/office/drawing/2014/main" id="{1F8FB8B8-C8DE-620A-77CE-41E94449069B}"/>
              </a:ext>
            </a:extLst>
          </p:cNvPr>
          <p:cNvSpPr/>
          <p:nvPr/>
        </p:nvSpPr>
        <p:spPr>
          <a:xfrm>
            <a:off x="17031166" y="5203313"/>
            <a:ext cx="741417" cy="185354"/>
          </a:xfrm>
          <a:custGeom>
            <a:avLst/>
            <a:gdLst/>
            <a:ahLst/>
            <a:cxnLst/>
            <a:rect l="l" t="t" r="r" b="b"/>
            <a:pathLst>
              <a:path w="741417" h="185354">
                <a:moveTo>
                  <a:pt x="0" y="0"/>
                </a:moveTo>
                <a:lnTo>
                  <a:pt x="741417" y="0"/>
                </a:lnTo>
                <a:lnTo>
                  <a:pt x="741417" y="185355"/>
                </a:lnTo>
                <a:lnTo>
                  <a:pt x="0" y="185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36B3283F-40D4-202F-E116-FA7B198419DC}"/>
              </a:ext>
            </a:extLst>
          </p:cNvPr>
          <p:cNvGrpSpPr/>
          <p:nvPr/>
        </p:nvGrpSpPr>
        <p:grpSpPr>
          <a:xfrm>
            <a:off x="16879382" y="9430708"/>
            <a:ext cx="3207045" cy="2165678"/>
            <a:chOff x="0" y="0"/>
            <a:chExt cx="1034374" cy="6985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AE76E338-4670-29D7-4075-0811AEF5DBC8}"/>
                </a:ext>
              </a:extLst>
            </p:cNvPr>
            <p:cNvSpPr/>
            <p:nvPr/>
          </p:nvSpPr>
          <p:spPr>
            <a:xfrm>
              <a:off x="11589" y="0"/>
              <a:ext cx="1011196" cy="698500"/>
            </a:xfrm>
            <a:custGeom>
              <a:avLst/>
              <a:gdLst/>
              <a:ahLst/>
              <a:cxnLst/>
              <a:rect l="l" t="t" r="r" b="b"/>
              <a:pathLst>
                <a:path w="1011196" h="698500">
                  <a:moveTo>
                    <a:pt x="992435" y="401414"/>
                  </a:moveTo>
                  <a:lnTo>
                    <a:pt x="849935" y="646336"/>
                  </a:lnTo>
                  <a:cubicBezTo>
                    <a:pt x="831145" y="678632"/>
                    <a:pt x="796599" y="698500"/>
                    <a:pt x="759234" y="698500"/>
                  </a:cubicBezTo>
                  <a:lnTo>
                    <a:pt x="251962" y="698500"/>
                  </a:lnTo>
                  <a:cubicBezTo>
                    <a:pt x="214597" y="698500"/>
                    <a:pt x="180051" y="678632"/>
                    <a:pt x="161261" y="646336"/>
                  </a:cubicBezTo>
                  <a:lnTo>
                    <a:pt x="18761" y="401414"/>
                  </a:lnTo>
                  <a:cubicBezTo>
                    <a:pt x="0" y="369168"/>
                    <a:pt x="0" y="329332"/>
                    <a:pt x="18761" y="297086"/>
                  </a:cubicBezTo>
                  <a:lnTo>
                    <a:pt x="161261" y="52164"/>
                  </a:lnTo>
                  <a:cubicBezTo>
                    <a:pt x="180051" y="19868"/>
                    <a:pt x="214597" y="0"/>
                    <a:pt x="251962" y="0"/>
                  </a:cubicBezTo>
                  <a:lnTo>
                    <a:pt x="759234" y="0"/>
                  </a:lnTo>
                  <a:cubicBezTo>
                    <a:pt x="796599" y="0"/>
                    <a:pt x="831145" y="19868"/>
                    <a:pt x="849935" y="52164"/>
                  </a:cubicBezTo>
                  <a:lnTo>
                    <a:pt x="992435" y="297086"/>
                  </a:lnTo>
                  <a:cubicBezTo>
                    <a:pt x="1011196" y="329332"/>
                    <a:pt x="1011196" y="369168"/>
                    <a:pt x="992435" y="401414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0634A173-2546-1EB3-7EF0-EA8A64F64039}"/>
                </a:ext>
              </a:extLst>
            </p:cNvPr>
            <p:cNvSpPr txBox="1"/>
            <p:nvPr/>
          </p:nvSpPr>
          <p:spPr>
            <a:xfrm>
              <a:off x="114300" y="-38100"/>
              <a:ext cx="80577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7" name="Group 47">
            <a:extLst>
              <a:ext uri="{FF2B5EF4-FFF2-40B4-BE49-F238E27FC236}">
                <a16:creationId xmlns:a16="http://schemas.microsoft.com/office/drawing/2014/main" id="{3980ABB8-00EF-915C-4AC4-F7CE2D55BD7C}"/>
              </a:ext>
            </a:extLst>
          </p:cNvPr>
          <p:cNvGrpSpPr/>
          <p:nvPr/>
        </p:nvGrpSpPr>
        <p:grpSpPr>
          <a:xfrm>
            <a:off x="-3881030" y="1996214"/>
            <a:ext cx="4477612" cy="2482363"/>
            <a:chOff x="0" y="0"/>
            <a:chExt cx="1259934" cy="698500"/>
          </a:xfrm>
        </p:grpSpPr>
        <p:sp>
          <p:nvSpPr>
            <p:cNvPr id="48" name="Freeform 48">
              <a:extLst>
                <a:ext uri="{FF2B5EF4-FFF2-40B4-BE49-F238E27FC236}">
                  <a16:creationId xmlns:a16="http://schemas.microsoft.com/office/drawing/2014/main" id="{2EE3BEA2-2751-2ECC-B63C-0F4913FD7A64}"/>
                </a:ext>
              </a:extLst>
            </p:cNvPr>
            <p:cNvSpPr/>
            <p:nvPr/>
          </p:nvSpPr>
          <p:spPr>
            <a:xfrm>
              <a:off x="8300" y="0"/>
              <a:ext cx="1243333" cy="698500"/>
            </a:xfrm>
            <a:custGeom>
              <a:avLst/>
              <a:gdLst/>
              <a:ahLst/>
              <a:cxnLst/>
              <a:rect l="l" t="t" r="r" b="b"/>
              <a:pathLst>
                <a:path w="1243333" h="698500">
                  <a:moveTo>
                    <a:pt x="1229896" y="386612"/>
                  </a:moveTo>
                  <a:lnTo>
                    <a:pt x="1070171" y="661138"/>
                  </a:lnTo>
                  <a:cubicBezTo>
                    <a:pt x="1056713" y="684270"/>
                    <a:pt x="1031970" y="698500"/>
                    <a:pt x="1005208" y="698500"/>
                  </a:cubicBezTo>
                  <a:lnTo>
                    <a:pt x="238126" y="698500"/>
                  </a:lnTo>
                  <a:cubicBezTo>
                    <a:pt x="211364" y="698500"/>
                    <a:pt x="186620" y="684270"/>
                    <a:pt x="173162" y="661138"/>
                  </a:cubicBezTo>
                  <a:lnTo>
                    <a:pt x="13438" y="386612"/>
                  </a:lnTo>
                  <a:cubicBezTo>
                    <a:pt x="0" y="363516"/>
                    <a:pt x="0" y="334984"/>
                    <a:pt x="13438" y="311888"/>
                  </a:cubicBezTo>
                  <a:lnTo>
                    <a:pt x="173162" y="37362"/>
                  </a:lnTo>
                  <a:cubicBezTo>
                    <a:pt x="186620" y="14230"/>
                    <a:pt x="211364" y="0"/>
                    <a:pt x="238126" y="0"/>
                  </a:cubicBezTo>
                  <a:lnTo>
                    <a:pt x="1005208" y="0"/>
                  </a:lnTo>
                  <a:cubicBezTo>
                    <a:pt x="1031970" y="0"/>
                    <a:pt x="1056713" y="14230"/>
                    <a:pt x="1070171" y="37362"/>
                  </a:cubicBezTo>
                  <a:lnTo>
                    <a:pt x="1229896" y="311888"/>
                  </a:lnTo>
                  <a:cubicBezTo>
                    <a:pt x="1243333" y="334984"/>
                    <a:pt x="1243333" y="363516"/>
                    <a:pt x="1229896" y="386612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9" name="TextBox 49">
              <a:extLst>
                <a:ext uri="{FF2B5EF4-FFF2-40B4-BE49-F238E27FC236}">
                  <a16:creationId xmlns:a16="http://schemas.microsoft.com/office/drawing/2014/main" id="{2BE565DE-750F-49E9-CD87-1C79953C60E6}"/>
                </a:ext>
              </a:extLst>
            </p:cNvPr>
            <p:cNvSpPr txBox="1"/>
            <p:nvPr/>
          </p:nvSpPr>
          <p:spPr>
            <a:xfrm>
              <a:off x="114300" y="-38100"/>
              <a:ext cx="103133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3" name="TextBox 53">
            <a:extLst>
              <a:ext uri="{FF2B5EF4-FFF2-40B4-BE49-F238E27FC236}">
                <a16:creationId xmlns:a16="http://schemas.microsoft.com/office/drawing/2014/main" id="{11970944-01EF-0F27-7DCB-8E3418EC152C}"/>
              </a:ext>
            </a:extLst>
          </p:cNvPr>
          <p:cNvSpPr txBox="1"/>
          <p:nvPr/>
        </p:nvSpPr>
        <p:spPr>
          <a:xfrm>
            <a:off x="1230408" y="7211579"/>
            <a:ext cx="2353523" cy="32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6"/>
              </a:lnSpc>
            </a:pPr>
            <a:r>
              <a:rPr lang="en-US" sz="2400" b="1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MISSION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08F2E0-3004-EC2C-3239-33D9BB2D3894}"/>
              </a:ext>
            </a:extLst>
          </p:cNvPr>
          <p:cNvSpPr txBox="1"/>
          <p:nvPr/>
        </p:nvSpPr>
        <p:spPr>
          <a:xfrm>
            <a:off x="420225" y="236221"/>
            <a:ext cx="39738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Prototype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6A6ED0-0B0A-3AE5-81CF-DA483E14F14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733"/>
          <a:stretch/>
        </p:blipFill>
        <p:spPr>
          <a:xfrm>
            <a:off x="2343900" y="1135490"/>
            <a:ext cx="6800100" cy="45000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17F51B-EECF-FAF0-8842-7F32FF0453D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3660" b="31482"/>
          <a:stretch/>
        </p:blipFill>
        <p:spPr>
          <a:xfrm>
            <a:off x="10202219" y="1308176"/>
            <a:ext cx="5715746" cy="432196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6F5C056-7149-CD8F-FC3A-0B69628A578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200" t="362" r="19661" b="-362"/>
          <a:stretch/>
        </p:blipFill>
        <p:spPr>
          <a:xfrm>
            <a:off x="5325330" y="5905500"/>
            <a:ext cx="6559108" cy="413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603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7">
            <a:extLst>
              <a:ext uri="{FF2B5EF4-FFF2-40B4-BE49-F238E27FC236}">
                <a16:creationId xmlns:a16="http://schemas.microsoft.com/office/drawing/2014/main" id="{0335F7AB-A88E-BADE-27F5-019107A8F56C}"/>
              </a:ext>
            </a:extLst>
          </p:cNvPr>
          <p:cNvGrpSpPr/>
          <p:nvPr/>
        </p:nvGrpSpPr>
        <p:grpSpPr>
          <a:xfrm>
            <a:off x="-3881030" y="1996214"/>
            <a:ext cx="4477612" cy="2482363"/>
            <a:chOff x="0" y="0"/>
            <a:chExt cx="1259934" cy="698500"/>
          </a:xfrm>
        </p:grpSpPr>
        <p:sp>
          <p:nvSpPr>
            <p:cNvPr id="3" name="Freeform 48">
              <a:extLst>
                <a:ext uri="{FF2B5EF4-FFF2-40B4-BE49-F238E27FC236}">
                  <a16:creationId xmlns:a16="http://schemas.microsoft.com/office/drawing/2014/main" id="{9FC64577-0197-374F-CAD5-85BE7DC11577}"/>
                </a:ext>
              </a:extLst>
            </p:cNvPr>
            <p:cNvSpPr/>
            <p:nvPr/>
          </p:nvSpPr>
          <p:spPr>
            <a:xfrm>
              <a:off x="8300" y="0"/>
              <a:ext cx="1243333" cy="698500"/>
            </a:xfrm>
            <a:custGeom>
              <a:avLst/>
              <a:gdLst/>
              <a:ahLst/>
              <a:cxnLst/>
              <a:rect l="l" t="t" r="r" b="b"/>
              <a:pathLst>
                <a:path w="1243333" h="698500">
                  <a:moveTo>
                    <a:pt x="1229896" y="386612"/>
                  </a:moveTo>
                  <a:lnTo>
                    <a:pt x="1070171" y="661138"/>
                  </a:lnTo>
                  <a:cubicBezTo>
                    <a:pt x="1056713" y="684270"/>
                    <a:pt x="1031970" y="698500"/>
                    <a:pt x="1005208" y="698500"/>
                  </a:cubicBezTo>
                  <a:lnTo>
                    <a:pt x="238126" y="698500"/>
                  </a:lnTo>
                  <a:cubicBezTo>
                    <a:pt x="211364" y="698500"/>
                    <a:pt x="186620" y="684270"/>
                    <a:pt x="173162" y="661138"/>
                  </a:cubicBezTo>
                  <a:lnTo>
                    <a:pt x="13438" y="386612"/>
                  </a:lnTo>
                  <a:cubicBezTo>
                    <a:pt x="0" y="363516"/>
                    <a:pt x="0" y="334984"/>
                    <a:pt x="13438" y="311888"/>
                  </a:cubicBezTo>
                  <a:lnTo>
                    <a:pt x="173162" y="37362"/>
                  </a:lnTo>
                  <a:cubicBezTo>
                    <a:pt x="186620" y="14230"/>
                    <a:pt x="211364" y="0"/>
                    <a:pt x="238126" y="0"/>
                  </a:cubicBezTo>
                  <a:lnTo>
                    <a:pt x="1005208" y="0"/>
                  </a:lnTo>
                  <a:cubicBezTo>
                    <a:pt x="1031970" y="0"/>
                    <a:pt x="1056713" y="14230"/>
                    <a:pt x="1070171" y="37362"/>
                  </a:cubicBezTo>
                  <a:lnTo>
                    <a:pt x="1229896" y="311888"/>
                  </a:lnTo>
                  <a:cubicBezTo>
                    <a:pt x="1243333" y="334984"/>
                    <a:pt x="1243333" y="363516"/>
                    <a:pt x="1229896" y="386612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" name="TextBox 49">
              <a:extLst>
                <a:ext uri="{FF2B5EF4-FFF2-40B4-BE49-F238E27FC236}">
                  <a16:creationId xmlns:a16="http://schemas.microsoft.com/office/drawing/2014/main" id="{F08AFF54-64B9-237E-CD8A-3784CCD5BD1A}"/>
                </a:ext>
              </a:extLst>
            </p:cNvPr>
            <p:cNvSpPr txBox="1"/>
            <p:nvPr/>
          </p:nvSpPr>
          <p:spPr>
            <a:xfrm>
              <a:off x="114300" y="-38100"/>
              <a:ext cx="103133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44">
            <a:extLst>
              <a:ext uri="{FF2B5EF4-FFF2-40B4-BE49-F238E27FC236}">
                <a16:creationId xmlns:a16="http://schemas.microsoft.com/office/drawing/2014/main" id="{F5DE265F-9B70-7453-5EB9-B8F90496ABB4}"/>
              </a:ext>
            </a:extLst>
          </p:cNvPr>
          <p:cNvGrpSpPr/>
          <p:nvPr/>
        </p:nvGrpSpPr>
        <p:grpSpPr>
          <a:xfrm>
            <a:off x="16879382" y="9430708"/>
            <a:ext cx="3207045" cy="2165678"/>
            <a:chOff x="0" y="0"/>
            <a:chExt cx="1034374" cy="698500"/>
          </a:xfrm>
        </p:grpSpPr>
        <p:sp>
          <p:nvSpPr>
            <p:cNvPr id="15" name="Freeform 45">
              <a:extLst>
                <a:ext uri="{FF2B5EF4-FFF2-40B4-BE49-F238E27FC236}">
                  <a16:creationId xmlns:a16="http://schemas.microsoft.com/office/drawing/2014/main" id="{C5BBEB23-986A-4116-06D5-78B3BD829D05}"/>
                </a:ext>
              </a:extLst>
            </p:cNvPr>
            <p:cNvSpPr/>
            <p:nvPr/>
          </p:nvSpPr>
          <p:spPr>
            <a:xfrm>
              <a:off x="11589" y="0"/>
              <a:ext cx="1011196" cy="698500"/>
            </a:xfrm>
            <a:custGeom>
              <a:avLst/>
              <a:gdLst/>
              <a:ahLst/>
              <a:cxnLst/>
              <a:rect l="l" t="t" r="r" b="b"/>
              <a:pathLst>
                <a:path w="1011196" h="698500">
                  <a:moveTo>
                    <a:pt x="992435" y="401414"/>
                  </a:moveTo>
                  <a:lnTo>
                    <a:pt x="849935" y="646336"/>
                  </a:lnTo>
                  <a:cubicBezTo>
                    <a:pt x="831145" y="678632"/>
                    <a:pt x="796599" y="698500"/>
                    <a:pt x="759234" y="698500"/>
                  </a:cubicBezTo>
                  <a:lnTo>
                    <a:pt x="251962" y="698500"/>
                  </a:lnTo>
                  <a:cubicBezTo>
                    <a:pt x="214597" y="698500"/>
                    <a:pt x="180051" y="678632"/>
                    <a:pt x="161261" y="646336"/>
                  </a:cubicBezTo>
                  <a:lnTo>
                    <a:pt x="18761" y="401414"/>
                  </a:lnTo>
                  <a:cubicBezTo>
                    <a:pt x="0" y="369168"/>
                    <a:pt x="0" y="329332"/>
                    <a:pt x="18761" y="297086"/>
                  </a:cubicBezTo>
                  <a:lnTo>
                    <a:pt x="161261" y="52164"/>
                  </a:lnTo>
                  <a:cubicBezTo>
                    <a:pt x="180051" y="19868"/>
                    <a:pt x="214597" y="0"/>
                    <a:pt x="251962" y="0"/>
                  </a:cubicBezTo>
                  <a:lnTo>
                    <a:pt x="759234" y="0"/>
                  </a:lnTo>
                  <a:cubicBezTo>
                    <a:pt x="796599" y="0"/>
                    <a:pt x="831145" y="19868"/>
                    <a:pt x="849935" y="52164"/>
                  </a:cubicBezTo>
                  <a:lnTo>
                    <a:pt x="992435" y="297086"/>
                  </a:lnTo>
                  <a:cubicBezTo>
                    <a:pt x="1011196" y="329332"/>
                    <a:pt x="1011196" y="369168"/>
                    <a:pt x="992435" y="401414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6" name="TextBox 46">
              <a:extLst>
                <a:ext uri="{FF2B5EF4-FFF2-40B4-BE49-F238E27FC236}">
                  <a16:creationId xmlns:a16="http://schemas.microsoft.com/office/drawing/2014/main" id="{C38C7AC1-13C4-CBA3-C777-ED4C14415261}"/>
                </a:ext>
              </a:extLst>
            </p:cNvPr>
            <p:cNvSpPr txBox="1"/>
            <p:nvPr/>
          </p:nvSpPr>
          <p:spPr>
            <a:xfrm>
              <a:off x="114300" y="-38100"/>
              <a:ext cx="805774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889B399D-D77E-0332-289C-B6B339677C61}"/>
              </a:ext>
            </a:extLst>
          </p:cNvPr>
          <p:cNvSpPr txBox="1"/>
          <p:nvPr/>
        </p:nvSpPr>
        <p:spPr>
          <a:xfrm>
            <a:off x="5715000" y="3943171"/>
            <a:ext cx="7162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06535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1028</TotalTime>
  <Words>978</Words>
  <Application>Microsoft Office PowerPoint</Application>
  <PresentationFormat>Custom</PresentationFormat>
  <Paragraphs>320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Gordita Bold</vt:lpstr>
      <vt:lpstr>Times New Roman</vt:lpstr>
      <vt:lpstr>Wingdings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Ferdaous AL-Farabe</dc:creator>
  <cp:lastModifiedBy>ferdaous al farabe</cp:lastModifiedBy>
  <cp:revision>7</cp:revision>
  <dcterms:created xsi:type="dcterms:W3CDTF">2006-08-16T00:00:00Z</dcterms:created>
  <dcterms:modified xsi:type="dcterms:W3CDTF">2025-10-29T16:40:54Z</dcterms:modified>
  <dc:identifier>DAGzE8kS39I</dc:identifier>
</cp:coreProperties>
</file>